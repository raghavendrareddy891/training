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 Basics – KT Session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Designed PPT with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Distributed version control system</a:t>
            </a:r>
          </a:p>
          <a:p>
            <a:r>
              <a:t>Tracks changes</a:t>
            </a:r>
          </a:p>
          <a:p>
            <a:r>
              <a:t>Enables collaboration</a:t>
            </a:r>
          </a:p>
          <a:p>
            <a:r>
              <a:t>Maintains history safely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Working Directory → Staging Area → Local Repo → Remote Repo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status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defRPr b="1"/>
            </a:pPr>
            <a:r>
              <a:rPr dirty="0"/>
              <a:t>Command: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git status</a:t>
            </a:r>
          </a:p>
          <a:p>
            <a:pPr>
              <a:defRPr b="1"/>
            </a:pPr>
            <a:r>
              <a:rPr dirty="0"/>
              <a:t>Example Output: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On branch main</a:t>
            </a:r>
            <a:br>
              <a:rPr dirty="0"/>
            </a:br>
            <a:r>
              <a:rPr dirty="0"/>
              <a:t>Your branch is up to date with 'origin/main'.</a:t>
            </a:r>
            <a:br>
              <a:rPr dirty="0"/>
            </a:br>
            <a:br>
              <a:rPr dirty="0"/>
            </a:br>
            <a:r>
              <a:rPr dirty="0"/>
              <a:t>Changes not staged for commit:</a:t>
            </a:r>
            <a:br>
              <a:rPr dirty="0"/>
            </a:br>
            <a:r>
              <a:rPr dirty="0"/>
              <a:t>  modified:   app.py</a:t>
            </a:r>
            <a:br>
              <a:rPr dirty="0"/>
            </a:br>
            <a:br>
              <a:rPr dirty="0"/>
            </a:br>
            <a:r>
              <a:rPr dirty="0"/>
              <a:t>Untracked files:</a:t>
            </a:r>
            <a:br>
              <a:rPr dirty="0"/>
            </a:br>
            <a:r>
              <a:rPr dirty="0"/>
              <a:t>  notes.txt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add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Command:</a:t>
            </a:r>
          </a:p>
          <a:p>
            <a:pPr lvl="1">
              <a:defRPr>
                <a:latin typeface="Courier New"/>
              </a:defRPr>
            </a:pPr>
            <a:r>
              <a:t>git add app.py</a:t>
            </a:r>
          </a:p>
          <a:p>
            <a:pPr>
              <a:defRPr b="1"/>
            </a:pPr>
            <a:r>
              <a:t>Example Output:</a:t>
            </a:r>
          </a:p>
          <a:p>
            <a:pPr lvl="1">
              <a:defRPr>
                <a:latin typeface="Courier New"/>
              </a:defRPr>
            </a:pPr>
            <a:r>
              <a:t>(No output when successful)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commit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b="1"/>
            </a:pPr>
            <a:r>
              <a:rPr dirty="0"/>
              <a:t>Command: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git commit -m "Fix bug"</a:t>
            </a:r>
          </a:p>
          <a:p>
            <a:pPr>
              <a:defRPr b="1"/>
            </a:pPr>
            <a:r>
              <a:rPr dirty="0"/>
              <a:t>Example Output: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[main 9ad3f21] Fix bug</a:t>
            </a:r>
            <a:br>
              <a:rPr dirty="0"/>
            </a:br>
            <a:r>
              <a:rPr dirty="0"/>
              <a:t> 1 file changed, 3 insertions(+), 1 deletion(-)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push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b="1"/>
            </a:pPr>
            <a:r>
              <a:rPr dirty="0"/>
              <a:t>Command: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git push origin main</a:t>
            </a:r>
          </a:p>
          <a:p>
            <a:pPr>
              <a:defRPr b="1"/>
            </a:pPr>
            <a:r>
              <a:rPr dirty="0"/>
              <a:t>Example Output: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Enumerating objects: 5, done.</a:t>
            </a:r>
            <a:br>
              <a:rPr dirty="0"/>
            </a:br>
            <a:r>
              <a:rPr dirty="0"/>
              <a:t>Counting objects: 100% (5/5)</a:t>
            </a:r>
            <a:br>
              <a:rPr dirty="0"/>
            </a:br>
            <a:r>
              <a:rPr dirty="0"/>
              <a:t>To </a:t>
            </a:r>
            <a:r>
              <a:rPr dirty="0" err="1"/>
              <a:t>github.com:user</a:t>
            </a:r>
            <a:r>
              <a:rPr dirty="0"/>
              <a:t>/</a:t>
            </a:r>
            <a:r>
              <a:rPr dirty="0" err="1"/>
              <a:t>repo.git</a:t>
            </a:r>
            <a:br>
              <a:rPr dirty="0"/>
            </a:br>
            <a:r>
              <a:rPr dirty="0"/>
              <a:t>   f4a3e2d..9ad3f21  main → 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pull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b="1"/>
            </a:pPr>
            <a:r>
              <a:rPr dirty="0"/>
              <a:t>Command: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git pull</a:t>
            </a:r>
          </a:p>
          <a:p>
            <a:pPr>
              <a:defRPr b="1"/>
            </a:pPr>
            <a:r>
              <a:rPr dirty="0"/>
              <a:t>Example Output: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Already up to 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branch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b="1"/>
            </a:pPr>
            <a:r>
              <a:rPr dirty="0"/>
              <a:t>Command: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git branch</a:t>
            </a:r>
          </a:p>
          <a:p>
            <a:pPr>
              <a:defRPr b="1"/>
            </a:pPr>
            <a:r>
              <a:rPr dirty="0"/>
              <a:t>Example Output: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* main</a:t>
            </a:r>
            <a:br>
              <a:rPr dirty="0"/>
            </a:br>
            <a:r>
              <a:rPr dirty="0"/>
              <a:t>  feature-login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checkout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Command:</a:t>
            </a:r>
          </a:p>
          <a:p>
            <a:pPr lvl="1">
              <a:defRPr>
                <a:latin typeface="Courier New"/>
              </a:defRPr>
            </a:pPr>
            <a:r>
              <a:t>git checkout feature-login</a:t>
            </a:r>
          </a:p>
          <a:p>
            <a:pPr>
              <a:defRPr b="1"/>
            </a:pPr>
            <a:r>
              <a:t>Example Output:</a:t>
            </a:r>
          </a:p>
          <a:p>
            <a:pPr lvl="1">
              <a:defRPr>
                <a:latin typeface="Courier New"/>
              </a:defRPr>
            </a:pPr>
            <a:r>
              <a:t>Switched to branch 'feature-login'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merge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b="1"/>
            </a:pPr>
            <a:r>
              <a:rPr dirty="0"/>
              <a:t>Command: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git merge feature-login</a:t>
            </a:r>
          </a:p>
          <a:p>
            <a:pPr>
              <a:defRPr b="1"/>
            </a:pPr>
            <a:r>
              <a:rPr dirty="0"/>
              <a:t>Example Output:</a:t>
            </a:r>
          </a:p>
          <a:p>
            <a:pPr lvl="1">
              <a:defRPr>
                <a:latin typeface="Courier New"/>
              </a:defRPr>
            </a:pPr>
            <a:r>
              <a:rPr dirty="0"/>
              <a:t>Updating aa12cd..c41cf3</a:t>
            </a:r>
            <a:br>
              <a:rPr dirty="0"/>
            </a:br>
            <a:r>
              <a:rPr dirty="0"/>
              <a:t>Fast-forward</a:t>
            </a:r>
            <a:br>
              <a:rPr dirty="0"/>
            </a:br>
            <a:r>
              <a:rPr dirty="0"/>
              <a:t> app.js | 4 ++--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4771</TotalTime>
  <Words>259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Git Basics – KT Session</vt:lpstr>
      <vt:lpstr>What is Git?</vt:lpstr>
      <vt:lpstr>Git Workflow</vt:lpstr>
      <vt:lpstr>git status Example</vt:lpstr>
      <vt:lpstr>git add Example</vt:lpstr>
      <vt:lpstr>git commit Example</vt:lpstr>
      <vt:lpstr>git push Example</vt:lpstr>
      <vt:lpstr>git pull Example</vt:lpstr>
      <vt:lpstr>git branch Example</vt:lpstr>
      <vt:lpstr>git checkout Example</vt:lpstr>
      <vt:lpstr>git merge 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Nagi Reddy Gari Mukesh Reddy</cp:lastModifiedBy>
  <cp:revision>2</cp:revision>
  <dcterms:created xsi:type="dcterms:W3CDTF">2013-01-27T09:14:16Z</dcterms:created>
  <dcterms:modified xsi:type="dcterms:W3CDTF">2025-11-23T12:10:43Z</dcterms:modified>
  <cp:category/>
</cp:coreProperties>
</file>