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1" r:id="rId3"/>
    <p:sldId id="258" r:id="rId4"/>
    <p:sldId id="260" r:id="rId5"/>
    <p:sldId id="261" r:id="rId6"/>
    <p:sldId id="262" r:id="rId7"/>
    <p:sldId id="264" r:id="rId8"/>
    <p:sldId id="265" r:id="rId9"/>
    <p:sldId id="266" r:id="rId10"/>
    <p:sldId id="267" r:id="rId11"/>
    <p:sldId id="269" r:id="rId12"/>
    <p:sldId id="272" r:id="rId13"/>
  </p:sldIdLst>
  <p:sldSz cx="9144000" cy="6858000" type="screen4x3"/>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4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6" autoAdjust="0"/>
    <p:restoredTop sz="94660"/>
  </p:normalViewPr>
  <p:slideViewPr>
    <p:cSldViewPr snapToGrid="0" snapToObjects="1">
      <p:cViewPr varScale="1">
        <p:scale>
          <a:sx n="85" d="100"/>
          <a:sy n="85" d="100"/>
        </p:scale>
        <p:origin x="1471" y="58"/>
      </p:cViewPr>
      <p:guideLst>
        <p:guide orient="horz" pos="2160"/>
        <p:guide pos="2745"/>
      </p:guideLst>
    </p:cSldViewPr>
  </p:slideViewPr>
  <p:notesTextViewPr>
    <p:cViewPr>
      <p:scale>
        <a:sx n="100" d="100"/>
        <a:sy n="100" d="100"/>
      </p:scale>
      <p:origin x="0" y="0"/>
    </p:cViewPr>
  </p:notesTextViewPr>
  <p:sorterViewPr>
    <p:cViewPr>
      <p:scale>
        <a:sx n="100" d="100"/>
        <a:sy n="100" d="100"/>
      </p:scale>
      <p:origin x="0" y="-52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7D95AB07-D0F7-4D10-8682-A4DBEC8DD21B}" srcId="{3B05B665-67A3-49B9-8B39-9C1EE857274C}" destId="{003EA6EE-58E5-40BF-9EA2-140291096720}" srcOrd="0" destOrd="0" parTransId="{949292E5-5D9F-4BED-BBD5-D5D43417B63B}" sibTransId="{96CC86AB-B719-427D-9B56-92BC9C4FE9D3}"/>
    <dgm:cxn modelId="{0CF6C012-F275-41F0-8DD0-AE524D8F0429}" type="presOf" srcId="{BE7A866F-FCC5-436D-A2E0-A8A6DF76F8EB}" destId="{4E231741-F076-452D-97E4-5E3BC1C34C63}" srcOrd="1" destOrd="0" presId="urn:microsoft.com/office/officeart/2005/8/layout/hierarchy2"/>
    <dgm:cxn modelId="{827D0814-B16B-4309-89AB-992AA109BBD5}" type="presOf" srcId="{B134233E-B436-4370-8867-923B23EB229F}" destId="{2CE1C545-78E0-47B5-8C72-53A9EE24CD60}" srcOrd="0"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90DC8E1B-16E1-438F-A627-01363ECD2564}" srcId="{003EA6EE-58E5-40BF-9EA2-140291096720}" destId="{B134233E-B436-4370-8867-923B23EB229F}" srcOrd="1" destOrd="0" parTransId="{BE7A866F-FCC5-436D-A2E0-A8A6DF76F8EB}" sibTransId="{28A2D2F8-9ECA-46A6-A8B8-E71743D29E16}"/>
    <dgm:cxn modelId="{40B8D41D-B27E-4C0C-ACCF-96F520139232}" type="presOf" srcId="{432DCC30-3D30-4766-AE5A-DDA1E8E1C694}" destId="{22C8D88C-9200-449A-95CA-C6C951FF9EFA}" srcOrd="0" destOrd="0" presId="urn:microsoft.com/office/officeart/2005/8/layout/hierarchy2"/>
    <dgm:cxn modelId="{4B50A723-0D81-437A-8C22-5BEDBC396244}" type="presOf" srcId="{191770CA-EAB0-484A-8FFB-8F7DA062CE62}" destId="{250F3298-E4AA-4904-A12B-AAC232EBAA5C}" srcOrd="0" destOrd="0" presId="urn:microsoft.com/office/officeart/2005/8/layout/hierarchy2"/>
    <dgm:cxn modelId="{72CCEB2C-2900-4062-AA95-A57FDC79E9A7}" type="presOf" srcId="{75F56602-1F81-43B8-8FF4-6B603C2B9FA0}" destId="{2BD46A2F-C42F-406A-9A1B-2C52C3E69199}" srcOrd="0" destOrd="0" presId="urn:microsoft.com/office/officeart/2005/8/layout/hierarchy2"/>
    <dgm:cxn modelId="{227C052D-DBB0-4A4E-82F7-A2793D5804D0}" type="presOf" srcId="{2AA71D22-D60D-4322-B69D-1EBB711EFDD8}" destId="{2370C263-D04C-4203-963B-8F5DE028DD68}" srcOrd="0" destOrd="0" presId="urn:microsoft.com/office/officeart/2005/8/layout/hierarchy2"/>
    <dgm:cxn modelId="{1BA16D2D-1FFE-4BDB-9194-8E89354C94DD}" type="presOf" srcId="{2AD198EF-5E35-4DCE-8157-F6F2E2783276}" destId="{88EDACE5-21AE-4482-B8C7-116CF3A27E99}" srcOrd="0" destOrd="0" presId="urn:microsoft.com/office/officeart/2005/8/layout/hierarchy2"/>
    <dgm:cxn modelId="{E95E083B-AC39-4287-9EBD-A98C71668531}" type="presOf" srcId="{949292E5-5D9F-4BED-BBD5-D5D43417B63B}" destId="{CBB3C906-6C8E-43D0-A349-5CBA1BD5A1B2}" srcOrd="1" destOrd="0" presId="urn:microsoft.com/office/officeart/2005/8/layout/hierarchy2"/>
    <dgm:cxn modelId="{802DF15F-24A8-4105-A8E8-DD6AAFF32DF5}" type="presOf" srcId="{432DCC30-3D30-4766-AE5A-DDA1E8E1C694}" destId="{D7C91FB9-804C-419F-A840-60C1222CFEF0}" srcOrd="1" destOrd="0" presId="urn:microsoft.com/office/officeart/2005/8/layout/hierarchy2"/>
    <dgm:cxn modelId="{12791441-3641-4289-817F-E1F421060292}" type="presOf" srcId="{3B05B665-67A3-49B9-8B39-9C1EE857274C}" destId="{751A64B2-AA1B-4610-90F2-2585F0A6A46F}"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33DF3C45-E7C0-432A-A20B-7B8375196FCB}" type="presOf" srcId="{38E3F61A-3AE0-4155-B92C-9E8FDC31F5E1}" destId="{58F4492D-8348-40AC-AEC6-55C7C3535C7C}" srcOrd="0"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A56FFB75-420F-404A-B63E-43D656068DC4}" type="presOf" srcId="{993E109E-C8C8-46D8-B666-173B14BC2FD7}" destId="{3E4CFFF9-FD55-47C7-9E6D-F0C6A9412ADB}" srcOrd="0" destOrd="0" presId="urn:microsoft.com/office/officeart/2005/8/layout/hierarchy2"/>
    <dgm:cxn modelId="{FC242A57-4FB6-4710-8A29-E686C5547E12}" type="presOf" srcId="{FEDD39BA-6E39-47D0-8586-07F39CC8648A}" destId="{4D73C71E-89F8-46D7-ABCD-94CC477E1629}" srcOrd="0" destOrd="0" presId="urn:microsoft.com/office/officeart/2005/8/layout/hierarchy2"/>
    <dgm:cxn modelId="{3C30DC77-46F1-458F-A870-79759412D8BC}" type="presOf" srcId="{38E3F61A-3AE0-4155-B92C-9E8FDC31F5E1}" destId="{9B1C92DF-85F9-4E10-9A54-D70B27BED890}" srcOrd="1" destOrd="0" presId="urn:microsoft.com/office/officeart/2005/8/layout/hierarchy2"/>
    <dgm:cxn modelId="{AC295178-346F-41CB-96EA-EF7BB862CAC7}" type="presOf" srcId="{003EA6EE-58E5-40BF-9EA2-140291096720}" destId="{CD21181F-0FF4-4082-92C6-4A9B73A74EDB}" srcOrd="0"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645B0791-D5DF-4BF7-AFF9-DEC141642B4C}" type="presOf" srcId="{949292E5-5D9F-4BED-BBD5-D5D43417B63B}" destId="{27E9DFBA-38D9-4890-81CD-E6DD6F1BD76C}" srcOrd="0" destOrd="0" presId="urn:microsoft.com/office/officeart/2005/8/layout/hierarchy2"/>
    <dgm:cxn modelId="{D41BE995-3D22-4D8E-9090-3309CF0B6094}" type="presOf" srcId="{B70532A7-D3DA-4B84-B3F6-1A2B4861FC82}" destId="{5B52B8B1-5A7E-47DC-BFAF-F4C44426EF47}" srcOrd="1" destOrd="0" presId="urn:microsoft.com/office/officeart/2005/8/layout/hierarchy2"/>
    <dgm:cxn modelId="{03B64096-807B-476E-8A01-F92F8F51B0DC}" type="presOf" srcId="{0969A4AF-FC06-4FD3-8A4B-F1026C3F433B}" destId="{37DFA971-3BDD-4614-B3F4-FCCCA928E801}" srcOrd="0" destOrd="0" presId="urn:microsoft.com/office/officeart/2005/8/layout/hierarchy2"/>
    <dgm:cxn modelId="{253A2B98-A0EE-42ED-93E5-503789C3CF60}" type="presOf" srcId="{A09C861D-2DAD-4964-84B8-895DB96D41E1}" destId="{11F686DE-25FA-4C6B-B5BD-0426FD435EBF}" srcOrd="0" destOrd="0" presId="urn:microsoft.com/office/officeart/2005/8/layout/hierarchy2"/>
    <dgm:cxn modelId="{B9D63D98-6BC1-40A8-8446-CB78C974C776}" type="presOf" srcId="{0143ECBF-D013-4B67-835C-463B22DE9D12}" destId="{15AA3F71-DF63-44F2-A3BA-35AE6A6DBF7D}" srcOrd="0"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033F3EA1-BD91-41F0-9EE6-646EC37511B7}" type="presOf" srcId="{FEDD39BA-6E39-47D0-8586-07F39CC8648A}" destId="{031D1B23-0E26-4678-BE6A-437811C2DF66}" srcOrd="1" destOrd="0" presId="urn:microsoft.com/office/officeart/2005/8/layout/hierarchy2"/>
    <dgm:cxn modelId="{1D3DB3AD-26E0-4D74-BBCF-803793C48395}" type="presOf" srcId="{B2BE598A-CF53-4EAD-958F-AC3942F42736}" destId="{500CC38C-370D-4E38-962F-8E689C001DB3}" srcOrd="0"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DE6C67D2-ABBE-4E43-AFA7-04D6D3423257}" type="presOf" srcId="{0969A4AF-FC06-4FD3-8A4B-F1026C3F433B}" destId="{2ED7A92A-530E-424D-81D7-0ABA1FBF8E80}" srcOrd="1" destOrd="0" presId="urn:microsoft.com/office/officeart/2005/8/layout/hierarchy2"/>
    <dgm:cxn modelId="{236EDDD5-EEC1-4D6F-A5ED-9B125F0B7CC3}" type="presOf" srcId="{BE7A866F-FCC5-436D-A2E0-A8A6DF76F8EB}" destId="{DF8ACA11-A784-4636-BE9F-ADD52C706CBC}" srcOrd="0" destOrd="0" presId="urn:microsoft.com/office/officeart/2005/8/layout/hierarchy2"/>
    <dgm:cxn modelId="{EB15E1DB-1BEC-4B05-9D46-CAE0DA7F42CF}" type="presOf" srcId="{B70532A7-D3DA-4B84-B3F6-1A2B4861FC82}" destId="{5B061652-2171-4D39-8BCD-A835674795F1}" srcOrd="0"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C3DDC5FA-6BCF-4CD2-9537-174A722B2F48}" type="presOf" srcId="{B2BE598A-CF53-4EAD-958F-AC3942F42736}" destId="{85D74912-EC50-4B9F-B5C0-FAED0F6C91EF}" srcOrd="1" destOrd="0" presId="urn:microsoft.com/office/officeart/2005/8/layout/hierarchy2"/>
    <dgm:cxn modelId="{DA167C48-0D28-4FFB-B02F-25A95E59E537}" type="presParOf" srcId="{2BD46A2F-C42F-406A-9A1B-2C52C3E69199}" destId="{64CF4588-342D-431F-BAAB-0FED7C7B9B22}" srcOrd="0" destOrd="0" presId="urn:microsoft.com/office/officeart/2005/8/layout/hierarchy2"/>
    <dgm:cxn modelId="{1B5AD2ED-0FE6-464C-AC09-2549B1CF9842}" type="presParOf" srcId="{64CF4588-342D-431F-BAAB-0FED7C7B9B22}" destId="{751A64B2-AA1B-4610-90F2-2585F0A6A46F}" srcOrd="0" destOrd="0" presId="urn:microsoft.com/office/officeart/2005/8/layout/hierarchy2"/>
    <dgm:cxn modelId="{7958BF3E-9E93-424C-8606-C6A5A68207BE}" type="presParOf" srcId="{64CF4588-342D-431F-BAAB-0FED7C7B9B22}" destId="{8F76A44D-3E95-4BEE-A6A2-B19DE39C4CC8}" srcOrd="1" destOrd="0" presId="urn:microsoft.com/office/officeart/2005/8/layout/hierarchy2"/>
    <dgm:cxn modelId="{FED4E04F-EAE7-4F1A-B20E-86EA488CCD51}" type="presParOf" srcId="{8F76A44D-3E95-4BEE-A6A2-B19DE39C4CC8}" destId="{27E9DFBA-38D9-4890-81CD-E6DD6F1BD76C}" srcOrd="0" destOrd="0" presId="urn:microsoft.com/office/officeart/2005/8/layout/hierarchy2"/>
    <dgm:cxn modelId="{4DAB4116-E1F6-426C-BB8A-BE977770BC78}" type="presParOf" srcId="{27E9DFBA-38D9-4890-81CD-E6DD6F1BD76C}" destId="{CBB3C906-6C8E-43D0-A349-5CBA1BD5A1B2}" srcOrd="0" destOrd="0" presId="urn:microsoft.com/office/officeart/2005/8/layout/hierarchy2"/>
    <dgm:cxn modelId="{CABA1819-422B-49C8-AB06-30CA26876005}" type="presParOf" srcId="{8F76A44D-3E95-4BEE-A6A2-B19DE39C4CC8}" destId="{16C6700E-9EBB-48A6-AFAB-3DD87471C1C2}" srcOrd="1" destOrd="0" presId="urn:microsoft.com/office/officeart/2005/8/layout/hierarchy2"/>
    <dgm:cxn modelId="{4F6830B5-5EE1-4F69-8B32-8B328CC109CA}" type="presParOf" srcId="{16C6700E-9EBB-48A6-AFAB-3DD87471C1C2}" destId="{CD21181F-0FF4-4082-92C6-4A9B73A74EDB}" srcOrd="0" destOrd="0" presId="urn:microsoft.com/office/officeart/2005/8/layout/hierarchy2"/>
    <dgm:cxn modelId="{31E42972-CF10-43A3-BB25-4D92F717AAD0}" type="presParOf" srcId="{16C6700E-9EBB-48A6-AFAB-3DD87471C1C2}" destId="{F1DFB375-DAC6-4FF8-91DE-BC0637159726}" srcOrd="1" destOrd="0" presId="urn:microsoft.com/office/officeart/2005/8/layout/hierarchy2"/>
    <dgm:cxn modelId="{1481466E-67EC-4F0D-AA7D-7216536A42DE}" type="presParOf" srcId="{F1DFB375-DAC6-4FF8-91DE-BC0637159726}" destId="{22C8D88C-9200-449A-95CA-C6C951FF9EFA}" srcOrd="0" destOrd="0" presId="urn:microsoft.com/office/officeart/2005/8/layout/hierarchy2"/>
    <dgm:cxn modelId="{C002A4BD-B373-48F9-B4BC-4B64A433AC63}" type="presParOf" srcId="{22C8D88C-9200-449A-95CA-C6C951FF9EFA}" destId="{D7C91FB9-804C-419F-A840-60C1222CFEF0}" srcOrd="0" destOrd="0" presId="urn:microsoft.com/office/officeart/2005/8/layout/hierarchy2"/>
    <dgm:cxn modelId="{4E2FCB29-967C-400C-AA7E-2366FBDE5021}" type="presParOf" srcId="{F1DFB375-DAC6-4FF8-91DE-BC0637159726}" destId="{6F13C50F-5A4A-42FF-8D18-6257C655505C}" srcOrd="1" destOrd="0" presId="urn:microsoft.com/office/officeart/2005/8/layout/hierarchy2"/>
    <dgm:cxn modelId="{EB2E3E62-F35F-4D5D-8F53-87AAEEBC38F8}" type="presParOf" srcId="{6F13C50F-5A4A-42FF-8D18-6257C655505C}" destId="{15AA3F71-DF63-44F2-A3BA-35AE6A6DBF7D}" srcOrd="0" destOrd="0" presId="urn:microsoft.com/office/officeart/2005/8/layout/hierarchy2"/>
    <dgm:cxn modelId="{3BEF54BF-40B9-4A1B-9673-70A1B3211219}" type="presParOf" srcId="{6F13C50F-5A4A-42FF-8D18-6257C655505C}" destId="{230A0D65-0855-402C-9DCF-6B08869A5139}" srcOrd="1" destOrd="0" presId="urn:microsoft.com/office/officeart/2005/8/layout/hierarchy2"/>
    <dgm:cxn modelId="{F7F42E77-5BB6-4B82-AA30-014AC76942A1}" type="presParOf" srcId="{F1DFB375-DAC6-4FF8-91DE-BC0637159726}" destId="{DF8ACA11-A784-4636-BE9F-ADD52C706CBC}" srcOrd="2" destOrd="0" presId="urn:microsoft.com/office/officeart/2005/8/layout/hierarchy2"/>
    <dgm:cxn modelId="{ABA9573A-674F-4B6B-A7A3-E114FBC78CE6}" type="presParOf" srcId="{DF8ACA11-A784-4636-BE9F-ADD52C706CBC}" destId="{4E231741-F076-452D-97E4-5E3BC1C34C63}" srcOrd="0" destOrd="0" presId="urn:microsoft.com/office/officeart/2005/8/layout/hierarchy2"/>
    <dgm:cxn modelId="{AB18FE6F-69E0-434D-98EC-D0A50DE8EFDD}" type="presParOf" srcId="{F1DFB375-DAC6-4FF8-91DE-BC0637159726}" destId="{9101B551-1B1D-4A77-A019-BBEE43D3A318}" srcOrd="3" destOrd="0" presId="urn:microsoft.com/office/officeart/2005/8/layout/hierarchy2"/>
    <dgm:cxn modelId="{8307E35C-5E52-49B6-BB05-2D259F287C68}" type="presParOf" srcId="{9101B551-1B1D-4A77-A019-BBEE43D3A318}" destId="{2CE1C545-78E0-47B5-8C72-53A9EE24CD60}" srcOrd="0" destOrd="0" presId="urn:microsoft.com/office/officeart/2005/8/layout/hierarchy2"/>
    <dgm:cxn modelId="{9A90812E-5099-421E-9B65-E2070BBDE6CA}" type="presParOf" srcId="{9101B551-1B1D-4A77-A019-BBEE43D3A318}" destId="{F811D60C-AF2A-4807-93C3-7732DE610F21}" srcOrd="1" destOrd="0" presId="urn:microsoft.com/office/officeart/2005/8/layout/hierarchy2"/>
    <dgm:cxn modelId="{F59BC658-6476-4876-99AF-08A18BC2A382}" type="presParOf" srcId="{8F76A44D-3E95-4BEE-A6A2-B19DE39C4CC8}" destId="{37DFA971-3BDD-4614-B3F4-FCCCA928E801}" srcOrd="2" destOrd="0" presId="urn:microsoft.com/office/officeart/2005/8/layout/hierarchy2"/>
    <dgm:cxn modelId="{263724E8-0992-438A-B62B-CFB7E1F2BF6E}" type="presParOf" srcId="{37DFA971-3BDD-4614-B3F4-FCCCA928E801}" destId="{2ED7A92A-530E-424D-81D7-0ABA1FBF8E80}" srcOrd="0" destOrd="0" presId="urn:microsoft.com/office/officeart/2005/8/layout/hierarchy2"/>
    <dgm:cxn modelId="{A743CC83-5C65-4E86-B1ED-141EEAE14292}" type="presParOf" srcId="{8F76A44D-3E95-4BEE-A6A2-B19DE39C4CC8}" destId="{E5225CE1-2F09-4369-9607-0D669EBA8068}" srcOrd="3" destOrd="0" presId="urn:microsoft.com/office/officeart/2005/8/layout/hierarchy2"/>
    <dgm:cxn modelId="{13F60FB6-864B-4C0D-B4B6-8761262278BE}" type="presParOf" srcId="{E5225CE1-2F09-4369-9607-0D669EBA8068}" destId="{250F3298-E4AA-4904-A12B-AAC232EBAA5C}" srcOrd="0" destOrd="0" presId="urn:microsoft.com/office/officeart/2005/8/layout/hierarchy2"/>
    <dgm:cxn modelId="{B70E8137-C37A-44AC-8BAA-39CBB03AC1BD}" type="presParOf" srcId="{E5225CE1-2F09-4369-9607-0D669EBA8068}" destId="{BFED8BB7-D33D-472F-9935-70CC83B2F037}" srcOrd="1" destOrd="0" presId="urn:microsoft.com/office/officeart/2005/8/layout/hierarchy2"/>
    <dgm:cxn modelId="{56F14A3C-3BCE-4517-841D-A97001E59A91}" type="presParOf" srcId="{BFED8BB7-D33D-472F-9935-70CC83B2F037}" destId="{500CC38C-370D-4E38-962F-8E689C001DB3}" srcOrd="0" destOrd="0" presId="urn:microsoft.com/office/officeart/2005/8/layout/hierarchy2"/>
    <dgm:cxn modelId="{7530BF15-CC9C-4BE2-A35D-3E90DF15DC28}" type="presParOf" srcId="{500CC38C-370D-4E38-962F-8E689C001DB3}" destId="{85D74912-EC50-4B9F-B5C0-FAED0F6C91EF}" srcOrd="0" destOrd="0" presId="urn:microsoft.com/office/officeart/2005/8/layout/hierarchy2"/>
    <dgm:cxn modelId="{B88CD780-6672-4E4F-8505-8AEBEF1160B4}" type="presParOf" srcId="{BFED8BB7-D33D-472F-9935-70CC83B2F037}" destId="{00CEF6A7-71FB-4F30-8D68-E51F32B89E83}" srcOrd="1" destOrd="0" presId="urn:microsoft.com/office/officeart/2005/8/layout/hierarchy2"/>
    <dgm:cxn modelId="{685B8372-110F-416E-AADF-064D1700CA40}" type="presParOf" srcId="{00CEF6A7-71FB-4F30-8D68-E51F32B89E83}" destId="{88EDACE5-21AE-4482-B8C7-116CF3A27E99}" srcOrd="0" destOrd="0" presId="urn:microsoft.com/office/officeart/2005/8/layout/hierarchy2"/>
    <dgm:cxn modelId="{68D0E304-7B0B-4DDE-8231-B847C0197ACA}" type="presParOf" srcId="{00CEF6A7-71FB-4F30-8D68-E51F32B89E83}" destId="{80B51281-666C-4AB5-84E9-437113A56E9E}" srcOrd="1" destOrd="0" presId="urn:microsoft.com/office/officeart/2005/8/layout/hierarchy2"/>
    <dgm:cxn modelId="{808B507F-1DEA-46E5-8F49-DDE274A330BE}" type="presParOf" srcId="{BFED8BB7-D33D-472F-9935-70CC83B2F037}" destId="{5B061652-2171-4D39-8BCD-A835674795F1}" srcOrd="2" destOrd="0" presId="urn:microsoft.com/office/officeart/2005/8/layout/hierarchy2"/>
    <dgm:cxn modelId="{2323DCFF-9958-4A36-AFAD-442C2273203F}" type="presParOf" srcId="{5B061652-2171-4D39-8BCD-A835674795F1}" destId="{5B52B8B1-5A7E-47DC-BFAF-F4C44426EF47}" srcOrd="0" destOrd="0" presId="urn:microsoft.com/office/officeart/2005/8/layout/hierarchy2"/>
    <dgm:cxn modelId="{2E2F11F9-F4E7-4A44-80B7-3CDCAF4A0F67}" type="presParOf" srcId="{BFED8BB7-D33D-472F-9935-70CC83B2F037}" destId="{9501ABE0-7D23-49A4-8799-651C2C2C8E56}" srcOrd="3" destOrd="0" presId="urn:microsoft.com/office/officeart/2005/8/layout/hierarchy2"/>
    <dgm:cxn modelId="{9A0C8C25-D444-4FFA-9A6F-97E3F0ABAD7C}" type="presParOf" srcId="{9501ABE0-7D23-49A4-8799-651C2C2C8E56}" destId="{11F686DE-25FA-4C6B-B5BD-0426FD435EBF}" srcOrd="0" destOrd="0" presId="urn:microsoft.com/office/officeart/2005/8/layout/hierarchy2"/>
    <dgm:cxn modelId="{581F15B9-2761-4B10-82BF-AE5460FA6BE8}" type="presParOf" srcId="{9501ABE0-7D23-49A4-8799-651C2C2C8E56}" destId="{32D9AA0C-B29A-4CDD-BC13-44F570C7D123}" srcOrd="1" destOrd="0" presId="urn:microsoft.com/office/officeart/2005/8/layout/hierarchy2"/>
    <dgm:cxn modelId="{18D6D020-CBCE-49BC-B17B-0D624EA7D797}" type="presParOf" srcId="{BFED8BB7-D33D-472F-9935-70CC83B2F037}" destId="{4D73C71E-89F8-46D7-ABCD-94CC477E1629}" srcOrd="4" destOrd="0" presId="urn:microsoft.com/office/officeart/2005/8/layout/hierarchy2"/>
    <dgm:cxn modelId="{655E0AAC-C59C-4662-993F-FF8E4541355C}" type="presParOf" srcId="{4D73C71E-89F8-46D7-ABCD-94CC477E1629}" destId="{031D1B23-0E26-4678-BE6A-437811C2DF66}" srcOrd="0" destOrd="0" presId="urn:microsoft.com/office/officeart/2005/8/layout/hierarchy2"/>
    <dgm:cxn modelId="{27BA4E91-8235-4234-A491-0BEDE1C41C57}" type="presParOf" srcId="{BFED8BB7-D33D-472F-9935-70CC83B2F037}" destId="{54A643DF-6179-4C93-8A7A-0DD209DD08D7}" srcOrd="5" destOrd="0" presId="urn:microsoft.com/office/officeart/2005/8/layout/hierarchy2"/>
    <dgm:cxn modelId="{F8A5F1F4-D43C-4B02-ABEA-81CFB10BB8B6}" type="presParOf" srcId="{54A643DF-6179-4C93-8A7A-0DD209DD08D7}" destId="{2370C263-D04C-4203-963B-8F5DE028DD68}" srcOrd="0" destOrd="0" presId="urn:microsoft.com/office/officeart/2005/8/layout/hierarchy2"/>
    <dgm:cxn modelId="{081F03C4-A4D4-4DC7-B388-EDFA02716FCB}" type="presParOf" srcId="{54A643DF-6179-4C93-8A7A-0DD209DD08D7}" destId="{026ADC69-F3F6-473F-9715-C26D88688F3B}" srcOrd="1" destOrd="0" presId="urn:microsoft.com/office/officeart/2005/8/layout/hierarchy2"/>
    <dgm:cxn modelId="{76DB4AAD-6610-4847-9A3A-0B945C6FA1D6}" type="presParOf" srcId="{BFED8BB7-D33D-472F-9935-70CC83B2F037}" destId="{58F4492D-8348-40AC-AEC6-55C7C3535C7C}" srcOrd="6" destOrd="0" presId="urn:microsoft.com/office/officeart/2005/8/layout/hierarchy2"/>
    <dgm:cxn modelId="{49AA58B2-8495-44BB-B982-8C3CE98D5662}" type="presParOf" srcId="{58F4492D-8348-40AC-AEC6-55C7C3535C7C}" destId="{9B1C92DF-85F9-4E10-9A54-D70B27BED890}" srcOrd="0" destOrd="0" presId="urn:microsoft.com/office/officeart/2005/8/layout/hierarchy2"/>
    <dgm:cxn modelId="{42AD56C7-F872-487C-888B-988AA6AFB5B7}" type="presParOf" srcId="{BFED8BB7-D33D-472F-9935-70CC83B2F037}" destId="{2CDA1DCB-B9F9-4A50-988C-DD08A9CE3EC9}" srcOrd="7" destOrd="0" presId="urn:microsoft.com/office/officeart/2005/8/layout/hierarchy2"/>
    <dgm:cxn modelId="{73050A0D-C61F-403B-A4D0-12276159D8C9}" type="presParOf" srcId="{2CDA1DCB-B9F9-4A50-988C-DD08A9CE3EC9}" destId="{3E4CFFF9-FD55-47C7-9E6D-F0C6A9412ADB}" srcOrd="0" destOrd="0" presId="urn:microsoft.com/office/officeart/2005/8/layout/hierarchy2"/>
    <dgm:cxn modelId="{7E8CAB73-D2C6-43C0-8A54-57CA93F2452A}"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7D95AB07-D0F7-4D10-8682-A4DBEC8DD21B}" srcId="{3B05B665-67A3-49B9-8B39-9C1EE857274C}" destId="{003EA6EE-58E5-40BF-9EA2-140291096720}" srcOrd="0" destOrd="0" parTransId="{949292E5-5D9F-4BED-BBD5-D5D43417B63B}" sibTransId="{96CC86AB-B719-427D-9B56-92BC9C4FE9D3}"/>
    <dgm:cxn modelId="{7382D20D-F7C8-4BCC-9C69-DC4DE6C9A72D}" type="presOf" srcId="{0969A4AF-FC06-4FD3-8A4B-F1026C3F433B}" destId="{37DFA971-3BDD-4614-B3F4-FCCCA928E801}" srcOrd="0"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F9C61019-FBCA-4A4A-A42E-EB3959B42DA0}" type="presOf" srcId="{75F56602-1F81-43B8-8FF4-6B603C2B9FA0}" destId="{2BD46A2F-C42F-406A-9A1B-2C52C3E69199}" srcOrd="0" destOrd="0" presId="urn:microsoft.com/office/officeart/2005/8/layout/hierarchy2"/>
    <dgm:cxn modelId="{90DC8E1B-16E1-438F-A627-01363ECD2564}" srcId="{003EA6EE-58E5-40BF-9EA2-140291096720}" destId="{B134233E-B436-4370-8867-923B23EB229F}" srcOrd="1" destOrd="0" parTransId="{BE7A866F-FCC5-436D-A2E0-A8A6DF76F8EB}" sibTransId="{28A2D2F8-9ECA-46A6-A8B8-E71743D29E16}"/>
    <dgm:cxn modelId="{511F2441-B8F0-4359-9592-268B4B39D51A}" type="presOf" srcId="{B2BE598A-CF53-4EAD-958F-AC3942F42736}" destId="{500CC38C-370D-4E38-962F-8E689C001DB3}"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258B8943-7280-4181-A02C-84FAE766F662}" type="presOf" srcId="{993E109E-C8C8-46D8-B666-173B14BC2FD7}" destId="{3E4CFFF9-FD55-47C7-9E6D-F0C6A9412ADB}" srcOrd="0" destOrd="0" presId="urn:microsoft.com/office/officeart/2005/8/layout/hierarchy2"/>
    <dgm:cxn modelId="{C3922245-FD3B-46DE-BCB3-D5E8F554B449}" type="presOf" srcId="{003EA6EE-58E5-40BF-9EA2-140291096720}" destId="{CD21181F-0FF4-4082-92C6-4A9B73A74EDB}" srcOrd="0" destOrd="0" presId="urn:microsoft.com/office/officeart/2005/8/layout/hierarchy2"/>
    <dgm:cxn modelId="{B736EB46-C703-4F56-BED2-F0D0E80A65F0}" type="presOf" srcId="{B70532A7-D3DA-4B84-B3F6-1A2B4861FC82}" destId="{5B52B8B1-5A7E-47DC-BFAF-F4C44426EF47}" srcOrd="1" destOrd="0" presId="urn:microsoft.com/office/officeart/2005/8/layout/hierarchy2"/>
    <dgm:cxn modelId="{82D27369-2FCE-4A3B-8152-A6A80334D5FA}" type="presOf" srcId="{3B05B665-67A3-49B9-8B39-9C1EE857274C}" destId="{751A64B2-AA1B-4610-90F2-2585F0A6A46F}" srcOrd="0" destOrd="0" presId="urn:microsoft.com/office/officeart/2005/8/layout/hierarchy2"/>
    <dgm:cxn modelId="{4964584B-BBC5-4F51-9061-0156C1205442}" type="presOf" srcId="{2AD198EF-5E35-4DCE-8157-F6F2E2783276}" destId="{88EDACE5-21AE-4482-B8C7-116CF3A27E99}" srcOrd="0"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A7963754-C7AD-4852-9860-D2ED6A23FABD}" type="presOf" srcId="{949292E5-5D9F-4BED-BBD5-D5D43417B63B}" destId="{27E9DFBA-38D9-4890-81CD-E6DD6F1BD76C}" srcOrd="0" destOrd="0" presId="urn:microsoft.com/office/officeart/2005/8/layout/hierarchy2"/>
    <dgm:cxn modelId="{9378F156-4BB2-40CA-B72E-C62B23E73632}" type="presOf" srcId="{0969A4AF-FC06-4FD3-8A4B-F1026C3F433B}" destId="{2ED7A92A-530E-424D-81D7-0ABA1FBF8E80}" srcOrd="1" destOrd="0" presId="urn:microsoft.com/office/officeart/2005/8/layout/hierarchy2"/>
    <dgm:cxn modelId="{69453278-5AC6-4CA9-90F9-7417EE3F5CB8}" type="presOf" srcId="{BE7A866F-FCC5-436D-A2E0-A8A6DF76F8EB}" destId="{4E231741-F076-452D-97E4-5E3BC1C34C63}" srcOrd="1"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2ECA157B-E3CA-4DAA-A386-37CFBCDDDA7B}" type="presOf" srcId="{BE7A866F-FCC5-436D-A2E0-A8A6DF76F8EB}" destId="{DF8ACA11-A784-4636-BE9F-ADD52C706CBC}" srcOrd="0" destOrd="0" presId="urn:microsoft.com/office/officeart/2005/8/layout/hierarchy2"/>
    <dgm:cxn modelId="{9582B87F-A38C-4658-8A80-704A179AD803}" type="presOf" srcId="{FEDD39BA-6E39-47D0-8586-07F39CC8648A}" destId="{031D1B23-0E26-4678-BE6A-437811C2DF66}" srcOrd="1" destOrd="0" presId="urn:microsoft.com/office/officeart/2005/8/layout/hierarchy2"/>
    <dgm:cxn modelId="{F4E66F82-F48D-492C-9D59-2B8456997FE7}" type="presOf" srcId="{A09C861D-2DAD-4964-84B8-895DB96D41E1}" destId="{11F686DE-25FA-4C6B-B5BD-0426FD435EBF}" srcOrd="0" destOrd="0" presId="urn:microsoft.com/office/officeart/2005/8/layout/hierarchy2"/>
    <dgm:cxn modelId="{650A7585-F9CF-42D6-BDF7-5B5D0FF99C2B}" type="presOf" srcId="{38E3F61A-3AE0-4155-B92C-9E8FDC31F5E1}" destId="{9B1C92DF-85F9-4E10-9A54-D70B27BED890}" srcOrd="1" destOrd="0" presId="urn:microsoft.com/office/officeart/2005/8/layout/hierarchy2"/>
    <dgm:cxn modelId="{F125E985-7FA4-4F28-9A9A-F6132969146B}" type="presOf" srcId="{38E3F61A-3AE0-4155-B92C-9E8FDC31F5E1}" destId="{58F4492D-8348-40AC-AEC6-55C7C3535C7C}" srcOrd="0" destOrd="0" presId="urn:microsoft.com/office/officeart/2005/8/layout/hierarchy2"/>
    <dgm:cxn modelId="{4F988D8E-9085-44ED-84BA-6BFA93373410}" type="presOf" srcId="{2AA71D22-D60D-4322-B69D-1EBB711EFDD8}" destId="{2370C263-D04C-4203-963B-8F5DE028DD68}" srcOrd="0" destOrd="0" presId="urn:microsoft.com/office/officeart/2005/8/layout/hierarchy2"/>
    <dgm:cxn modelId="{B83BEA92-A67E-4E42-B5BA-1B46BA22E1F3}" type="presOf" srcId="{FEDD39BA-6E39-47D0-8586-07F39CC8648A}" destId="{4D73C71E-89F8-46D7-ABCD-94CC477E1629}" srcOrd="0" destOrd="0" presId="urn:microsoft.com/office/officeart/2005/8/layout/hierarchy2"/>
    <dgm:cxn modelId="{51D7B796-CCC5-4E04-A25D-C757038DDAA3}" type="presOf" srcId="{B70532A7-D3DA-4B84-B3F6-1A2B4861FC82}" destId="{5B061652-2171-4D39-8BCD-A835674795F1}" srcOrd="0"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422B43AD-A077-4399-A894-33872CBC3BDD}" type="presOf" srcId="{B134233E-B436-4370-8867-923B23EB229F}" destId="{2CE1C545-78E0-47B5-8C72-53A9EE24CD60}" srcOrd="0"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502E95C6-B3EA-4495-8430-35E515F190B7}" type="presOf" srcId="{432DCC30-3D30-4766-AE5A-DDA1E8E1C694}" destId="{D7C91FB9-804C-419F-A840-60C1222CFEF0}" srcOrd="1" destOrd="0" presId="urn:microsoft.com/office/officeart/2005/8/layout/hierarchy2"/>
    <dgm:cxn modelId="{1B5299D4-1478-4E13-A990-7D89550B9937}" type="presOf" srcId="{949292E5-5D9F-4BED-BBD5-D5D43417B63B}" destId="{CBB3C906-6C8E-43D0-A349-5CBA1BD5A1B2}" srcOrd="1" destOrd="0" presId="urn:microsoft.com/office/officeart/2005/8/layout/hierarchy2"/>
    <dgm:cxn modelId="{6BD528DD-8CD8-48C8-9B00-769D6FA3762B}" type="presOf" srcId="{B2BE598A-CF53-4EAD-958F-AC3942F42736}" destId="{85D74912-EC50-4B9F-B5C0-FAED0F6C91EF}" srcOrd="1" destOrd="0" presId="urn:microsoft.com/office/officeart/2005/8/layout/hierarchy2"/>
    <dgm:cxn modelId="{4538A5E1-8E98-475E-BA9F-ACA01E45112A}" type="presOf" srcId="{191770CA-EAB0-484A-8FFB-8F7DA062CE62}" destId="{250F3298-E4AA-4904-A12B-AAC232EBAA5C}" srcOrd="0" destOrd="0" presId="urn:microsoft.com/office/officeart/2005/8/layout/hierarchy2"/>
    <dgm:cxn modelId="{9FA82CE5-1765-44D6-87AE-13854C4B0006}" type="presOf" srcId="{0143ECBF-D013-4B67-835C-463B22DE9D12}" destId="{15AA3F71-DF63-44F2-A3BA-35AE6A6DBF7D}" srcOrd="0" destOrd="0" presId="urn:microsoft.com/office/officeart/2005/8/layout/hierarchy2"/>
    <dgm:cxn modelId="{2715A7E9-AFB3-46F4-B258-22537B8148BC}" type="presOf" srcId="{432DCC30-3D30-4766-AE5A-DDA1E8E1C694}" destId="{22C8D88C-9200-449A-95CA-C6C951FF9EFA}" srcOrd="0"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F8A8B10C-7AAA-46FE-A6A7-AE9FD5B09320}" type="presParOf" srcId="{2BD46A2F-C42F-406A-9A1B-2C52C3E69199}" destId="{64CF4588-342D-431F-BAAB-0FED7C7B9B22}" srcOrd="0" destOrd="0" presId="urn:microsoft.com/office/officeart/2005/8/layout/hierarchy2"/>
    <dgm:cxn modelId="{184A9CB7-7E14-43AE-AAA6-B9CB1005958D}" type="presParOf" srcId="{64CF4588-342D-431F-BAAB-0FED7C7B9B22}" destId="{751A64B2-AA1B-4610-90F2-2585F0A6A46F}" srcOrd="0" destOrd="0" presId="urn:microsoft.com/office/officeart/2005/8/layout/hierarchy2"/>
    <dgm:cxn modelId="{4971963E-4189-45F3-BBFA-CB716BE77609}" type="presParOf" srcId="{64CF4588-342D-431F-BAAB-0FED7C7B9B22}" destId="{8F76A44D-3E95-4BEE-A6A2-B19DE39C4CC8}" srcOrd="1" destOrd="0" presId="urn:microsoft.com/office/officeart/2005/8/layout/hierarchy2"/>
    <dgm:cxn modelId="{95243571-9FF4-451F-9BF2-5F69A9163ACE}" type="presParOf" srcId="{8F76A44D-3E95-4BEE-A6A2-B19DE39C4CC8}" destId="{27E9DFBA-38D9-4890-81CD-E6DD6F1BD76C}" srcOrd="0" destOrd="0" presId="urn:microsoft.com/office/officeart/2005/8/layout/hierarchy2"/>
    <dgm:cxn modelId="{7E69EBDD-83BA-48BA-B5A7-B7B4187ECA93}" type="presParOf" srcId="{27E9DFBA-38D9-4890-81CD-E6DD6F1BD76C}" destId="{CBB3C906-6C8E-43D0-A349-5CBA1BD5A1B2}" srcOrd="0" destOrd="0" presId="urn:microsoft.com/office/officeart/2005/8/layout/hierarchy2"/>
    <dgm:cxn modelId="{9F354960-9314-45A9-BDC4-0BB8315EAE10}" type="presParOf" srcId="{8F76A44D-3E95-4BEE-A6A2-B19DE39C4CC8}" destId="{16C6700E-9EBB-48A6-AFAB-3DD87471C1C2}" srcOrd="1" destOrd="0" presId="urn:microsoft.com/office/officeart/2005/8/layout/hierarchy2"/>
    <dgm:cxn modelId="{1B345626-2286-47CB-89EB-10388F8F3D9E}" type="presParOf" srcId="{16C6700E-9EBB-48A6-AFAB-3DD87471C1C2}" destId="{CD21181F-0FF4-4082-92C6-4A9B73A74EDB}" srcOrd="0" destOrd="0" presId="urn:microsoft.com/office/officeart/2005/8/layout/hierarchy2"/>
    <dgm:cxn modelId="{4FA25441-883F-4B79-BAA7-A6D37A26B782}" type="presParOf" srcId="{16C6700E-9EBB-48A6-AFAB-3DD87471C1C2}" destId="{F1DFB375-DAC6-4FF8-91DE-BC0637159726}" srcOrd="1" destOrd="0" presId="urn:microsoft.com/office/officeart/2005/8/layout/hierarchy2"/>
    <dgm:cxn modelId="{BF60E913-F61B-4035-8312-407A8AE9D957}" type="presParOf" srcId="{F1DFB375-DAC6-4FF8-91DE-BC0637159726}" destId="{22C8D88C-9200-449A-95CA-C6C951FF9EFA}" srcOrd="0" destOrd="0" presId="urn:microsoft.com/office/officeart/2005/8/layout/hierarchy2"/>
    <dgm:cxn modelId="{A0C4002C-5A44-4766-9B10-00A814B3D44A}" type="presParOf" srcId="{22C8D88C-9200-449A-95CA-C6C951FF9EFA}" destId="{D7C91FB9-804C-419F-A840-60C1222CFEF0}" srcOrd="0" destOrd="0" presId="urn:microsoft.com/office/officeart/2005/8/layout/hierarchy2"/>
    <dgm:cxn modelId="{EFB83422-31E0-4174-B929-E8517FED74C3}" type="presParOf" srcId="{F1DFB375-DAC6-4FF8-91DE-BC0637159726}" destId="{6F13C50F-5A4A-42FF-8D18-6257C655505C}" srcOrd="1" destOrd="0" presId="urn:microsoft.com/office/officeart/2005/8/layout/hierarchy2"/>
    <dgm:cxn modelId="{BA14F23E-7300-40A0-BBE1-4E8B463A5ECC}" type="presParOf" srcId="{6F13C50F-5A4A-42FF-8D18-6257C655505C}" destId="{15AA3F71-DF63-44F2-A3BA-35AE6A6DBF7D}" srcOrd="0" destOrd="0" presId="urn:microsoft.com/office/officeart/2005/8/layout/hierarchy2"/>
    <dgm:cxn modelId="{5B4BE301-77C4-4668-89D3-52EE538B7D90}" type="presParOf" srcId="{6F13C50F-5A4A-42FF-8D18-6257C655505C}" destId="{230A0D65-0855-402C-9DCF-6B08869A5139}" srcOrd="1" destOrd="0" presId="urn:microsoft.com/office/officeart/2005/8/layout/hierarchy2"/>
    <dgm:cxn modelId="{9F8BA869-2F2C-479D-9D73-1F810D21CE87}" type="presParOf" srcId="{F1DFB375-DAC6-4FF8-91DE-BC0637159726}" destId="{DF8ACA11-A784-4636-BE9F-ADD52C706CBC}" srcOrd="2" destOrd="0" presId="urn:microsoft.com/office/officeart/2005/8/layout/hierarchy2"/>
    <dgm:cxn modelId="{19B2B766-8989-43CA-BAFA-FAF08B20B83A}" type="presParOf" srcId="{DF8ACA11-A784-4636-BE9F-ADD52C706CBC}" destId="{4E231741-F076-452D-97E4-5E3BC1C34C63}" srcOrd="0" destOrd="0" presId="urn:microsoft.com/office/officeart/2005/8/layout/hierarchy2"/>
    <dgm:cxn modelId="{A9B2B38A-9940-40AB-9768-F2838BBF1421}" type="presParOf" srcId="{F1DFB375-DAC6-4FF8-91DE-BC0637159726}" destId="{9101B551-1B1D-4A77-A019-BBEE43D3A318}" srcOrd="3" destOrd="0" presId="urn:microsoft.com/office/officeart/2005/8/layout/hierarchy2"/>
    <dgm:cxn modelId="{A0E0DDA5-29F1-4821-89F2-32D7FF954416}" type="presParOf" srcId="{9101B551-1B1D-4A77-A019-BBEE43D3A318}" destId="{2CE1C545-78E0-47B5-8C72-53A9EE24CD60}" srcOrd="0" destOrd="0" presId="urn:microsoft.com/office/officeart/2005/8/layout/hierarchy2"/>
    <dgm:cxn modelId="{58E8087D-3DC5-4FDB-B00C-6867DFFFC3FD}" type="presParOf" srcId="{9101B551-1B1D-4A77-A019-BBEE43D3A318}" destId="{F811D60C-AF2A-4807-93C3-7732DE610F21}" srcOrd="1" destOrd="0" presId="urn:microsoft.com/office/officeart/2005/8/layout/hierarchy2"/>
    <dgm:cxn modelId="{AB722BC7-521F-49C2-A9F3-DFA00BBE6681}" type="presParOf" srcId="{8F76A44D-3E95-4BEE-A6A2-B19DE39C4CC8}" destId="{37DFA971-3BDD-4614-B3F4-FCCCA928E801}" srcOrd="2" destOrd="0" presId="urn:microsoft.com/office/officeart/2005/8/layout/hierarchy2"/>
    <dgm:cxn modelId="{483BD43D-82DF-46AC-A7CF-8E4706D0FC82}" type="presParOf" srcId="{37DFA971-3BDD-4614-B3F4-FCCCA928E801}" destId="{2ED7A92A-530E-424D-81D7-0ABA1FBF8E80}" srcOrd="0" destOrd="0" presId="urn:microsoft.com/office/officeart/2005/8/layout/hierarchy2"/>
    <dgm:cxn modelId="{5BFF6FC4-4335-4771-9A33-B544E9ABDBB7}" type="presParOf" srcId="{8F76A44D-3E95-4BEE-A6A2-B19DE39C4CC8}" destId="{E5225CE1-2F09-4369-9607-0D669EBA8068}" srcOrd="3" destOrd="0" presId="urn:microsoft.com/office/officeart/2005/8/layout/hierarchy2"/>
    <dgm:cxn modelId="{C3E8D271-B738-445E-B790-3CCF118D3BDA}" type="presParOf" srcId="{E5225CE1-2F09-4369-9607-0D669EBA8068}" destId="{250F3298-E4AA-4904-A12B-AAC232EBAA5C}" srcOrd="0" destOrd="0" presId="urn:microsoft.com/office/officeart/2005/8/layout/hierarchy2"/>
    <dgm:cxn modelId="{B6BDD606-8E06-40AF-8E3C-D440A45934C1}" type="presParOf" srcId="{E5225CE1-2F09-4369-9607-0D669EBA8068}" destId="{BFED8BB7-D33D-472F-9935-70CC83B2F037}" srcOrd="1" destOrd="0" presId="urn:microsoft.com/office/officeart/2005/8/layout/hierarchy2"/>
    <dgm:cxn modelId="{55284DEE-F824-4D27-8BA9-8D9C2B9A0FDC}" type="presParOf" srcId="{BFED8BB7-D33D-472F-9935-70CC83B2F037}" destId="{500CC38C-370D-4E38-962F-8E689C001DB3}" srcOrd="0" destOrd="0" presId="urn:microsoft.com/office/officeart/2005/8/layout/hierarchy2"/>
    <dgm:cxn modelId="{7CF57C13-4F1B-4E80-BA39-B0489883C78D}" type="presParOf" srcId="{500CC38C-370D-4E38-962F-8E689C001DB3}" destId="{85D74912-EC50-4B9F-B5C0-FAED0F6C91EF}" srcOrd="0" destOrd="0" presId="urn:microsoft.com/office/officeart/2005/8/layout/hierarchy2"/>
    <dgm:cxn modelId="{E7DA3139-99EC-44E9-ADCA-F77D0EC3882F}" type="presParOf" srcId="{BFED8BB7-D33D-472F-9935-70CC83B2F037}" destId="{00CEF6A7-71FB-4F30-8D68-E51F32B89E83}" srcOrd="1" destOrd="0" presId="urn:microsoft.com/office/officeart/2005/8/layout/hierarchy2"/>
    <dgm:cxn modelId="{C7E0FC08-B269-480F-B7D3-B49AB50F5E89}" type="presParOf" srcId="{00CEF6A7-71FB-4F30-8D68-E51F32B89E83}" destId="{88EDACE5-21AE-4482-B8C7-116CF3A27E99}" srcOrd="0" destOrd="0" presId="urn:microsoft.com/office/officeart/2005/8/layout/hierarchy2"/>
    <dgm:cxn modelId="{233471B8-0086-4D75-B8AC-21D786B6E148}" type="presParOf" srcId="{00CEF6A7-71FB-4F30-8D68-E51F32B89E83}" destId="{80B51281-666C-4AB5-84E9-437113A56E9E}" srcOrd="1" destOrd="0" presId="urn:microsoft.com/office/officeart/2005/8/layout/hierarchy2"/>
    <dgm:cxn modelId="{093DB08B-7038-43E8-9977-ABF532DFFAAD}" type="presParOf" srcId="{BFED8BB7-D33D-472F-9935-70CC83B2F037}" destId="{5B061652-2171-4D39-8BCD-A835674795F1}" srcOrd="2" destOrd="0" presId="urn:microsoft.com/office/officeart/2005/8/layout/hierarchy2"/>
    <dgm:cxn modelId="{9863C25C-BE6F-453C-ABD6-A40E03F80BC7}" type="presParOf" srcId="{5B061652-2171-4D39-8BCD-A835674795F1}" destId="{5B52B8B1-5A7E-47DC-BFAF-F4C44426EF47}" srcOrd="0" destOrd="0" presId="urn:microsoft.com/office/officeart/2005/8/layout/hierarchy2"/>
    <dgm:cxn modelId="{C9D62107-C269-467B-8D90-76DFF16948A1}" type="presParOf" srcId="{BFED8BB7-D33D-472F-9935-70CC83B2F037}" destId="{9501ABE0-7D23-49A4-8799-651C2C2C8E56}" srcOrd="3" destOrd="0" presId="urn:microsoft.com/office/officeart/2005/8/layout/hierarchy2"/>
    <dgm:cxn modelId="{3651E253-B8F0-4763-9AD9-40860312C201}" type="presParOf" srcId="{9501ABE0-7D23-49A4-8799-651C2C2C8E56}" destId="{11F686DE-25FA-4C6B-B5BD-0426FD435EBF}" srcOrd="0" destOrd="0" presId="urn:microsoft.com/office/officeart/2005/8/layout/hierarchy2"/>
    <dgm:cxn modelId="{7FC8C7C6-EF7D-433D-83A3-5E4FA14D0387}" type="presParOf" srcId="{9501ABE0-7D23-49A4-8799-651C2C2C8E56}" destId="{32D9AA0C-B29A-4CDD-BC13-44F570C7D123}" srcOrd="1" destOrd="0" presId="urn:microsoft.com/office/officeart/2005/8/layout/hierarchy2"/>
    <dgm:cxn modelId="{CF9C3D68-9A2F-4663-8202-623F24E1A62C}" type="presParOf" srcId="{BFED8BB7-D33D-472F-9935-70CC83B2F037}" destId="{4D73C71E-89F8-46D7-ABCD-94CC477E1629}" srcOrd="4" destOrd="0" presId="urn:microsoft.com/office/officeart/2005/8/layout/hierarchy2"/>
    <dgm:cxn modelId="{0FE5623A-24AD-4B23-A5FF-CD7E05DC81A4}" type="presParOf" srcId="{4D73C71E-89F8-46D7-ABCD-94CC477E1629}" destId="{031D1B23-0E26-4678-BE6A-437811C2DF66}" srcOrd="0" destOrd="0" presId="urn:microsoft.com/office/officeart/2005/8/layout/hierarchy2"/>
    <dgm:cxn modelId="{FE9E9F6F-F737-4C55-B425-7BBDE700040E}" type="presParOf" srcId="{BFED8BB7-D33D-472F-9935-70CC83B2F037}" destId="{54A643DF-6179-4C93-8A7A-0DD209DD08D7}" srcOrd="5" destOrd="0" presId="urn:microsoft.com/office/officeart/2005/8/layout/hierarchy2"/>
    <dgm:cxn modelId="{722358F1-2E7A-4918-8F91-E30EAFF1BC15}" type="presParOf" srcId="{54A643DF-6179-4C93-8A7A-0DD209DD08D7}" destId="{2370C263-D04C-4203-963B-8F5DE028DD68}" srcOrd="0" destOrd="0" presId="urn:microsoft.com/office/officeart/2005/8/layout/hierarchy2"/>
    <dgm:cxn modelId="{A2F87D74-FED2-4DB3-A342-6033AE5CB4BE}" type="presParOf" srcId="{54A643DF-6179-4C93-8A7A-0DD209DD08D7}" destId="{026ADC69-F3F6-473F-9715-C26D88688F3B}" srcOrd="1" destOrd="0" presId="urn:microsoft.com/office/officeart/2005/8/layout/hierarchy2"/>
    <dgm:cxn modelId="{484A5280-0ACD-48BC-8CB6-D5BD5D842AAF}" type="presParOf" srcId="{BFED8BB7-D33D-472F-9935-70CC83B2F037}" destId="{58F4492D-8348-40AC-AEC6-55C7C3535C7C}" srcOrd="6" destOrd="0" presId="urn:microsoft.com/office/officeart/2005/8/layout/hierarchy2"/>
    <dgm:cxn modelId="{2BABC9F4-0494-41D5-ABFA-CC5B1267EB58}" type="presParOf" srcId="{58F4492D-8348-40AC-AEC6-55C7C3535C7C}" destId="{9B1C92DF-85F9-4E10-9A54-D70B27BED890}" srcOrd="0" destOrd="0" presId="urn:microsoft.com/office/officeart/2005/8/layout/hierarchy2"/>
    <dgm:cxn modelId="{2915C96A-2473-4DF4-A0D5-BF727D3C9284}" type="presParOf" srcId="{BFED8BB7-D33D-472F-9935-70CC83B2F037}" destId="{2CDA1DCB-B9F9-4A50-988C-DD08A9CE3EC9}" srcOrd="7" destOrd="0" presId="urn:microsoft.com/office/officeart/2005/8/layout/hierarchy2"/>
    <dgm:cxn modelId="{55A107EC-9D08-41AC-84DC-47E38DC69148}" type="presParOf" srcId="{2CDA1DCB-B9F9-4A50-988C-DD08A9CE3EC9}" destId="{3E4CFFF9-FD55-47C7-9E6D-F0C6A9412ADB}" srcOrd="0" destOrd="0" presId="urn:microsoft.com/office/officeart/2005/8/layout/hierarchy2"/>
    <dgm:cxn modelId="{91B2F8D5-34D8-4B87-830F-83F1942AFF1A}"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7D95AB07-D0F7-4D10-8682-A4DBEC8DD21B}" srcId="{3B05B665-67A3-49B9-8B39-9C1EE857274C}" destId="{003EA6EE-58E5-40BF-9EA2-140291096720}" srcOrd="0" destOrd="0" parTransId="{949292E5-5D9F-4BED-BBD5-D5D43417B63B}" sibTransId="{96CC86AB-B719-427D-9B56-92BC9C4FE9D3}"/>
    <dgm:cxn modelId="{0740DB16-55F5-4B69-9DD4-DE0501619762}" srcId="{3B05B665-67A3-49B9-8B39-9C1EE857274C}" destId="{191770CA-EAB0-484A-8FFB-8F7DA062CE62}" srcOrd="1" destOrd="0" parTransId="{0969A4AF-FC06-4FD3-8A4B-F1026C3F433B}" sibTransId="{2F79FE89-23AB-494F-9A0B-78BBBC2258FF}"/>
    <dgm:cxn modelId="{6F7A871B-2054-4ABA-927B-AA569D5DC219}" type="presOf" srcId="{B2BE598A-CF53-4EAD-958F-AC3942F42736}" destId="{500CC38C-370D-4E38-962F-8E689C001DB3}" srcOrd="0" destOrd="0" presId="urn:microsoft.com/office/officeart/2005/8/layout/hierarchy2"/>
    <dgm:cxn modelId="{90DC8E1B-16E1-438F-A627-01363ECD2564}" srcId="{003EA6EE-58E5-40BF-9EA2-140291096720}" destId="{B134233E-B436-4370-8867-923B23EB229F}" srcOrd="1" destOrd="0" parTransId="{BE7A866F-FCC5-436D-A2E0-A8A6DF76F8EB}" sibTransId="{28A2D2F8-9ECA-46A6-A8B8-E71743D29E16}"/>
    <dgm:cxn modelId="{59A8671E-03DB-4727-807A-7935E123F471}" type="presOf" srcId="{2AD198EF-5E35-4DCE-8157-F6F2E2783276}" destId="{88EDACE5-21AE-4482-B8C7-116CF3A27E99}" srcOrd="0" destOrd="0" presId="urn:microsoft.com/office/officeart/2005/8/layout/hierarchy2"/>
    <dgm:cxn modelId="{DBA01420-BEBB-4032-BC7E-5D6D0C990748}" type="presOf" srcId="{B2BE598A-CF53-4EAD-958F-AC3942F42736}" destId="{85D74912-EC50-4B9F-B5C0-FAED0F6C91EF}" srcOrd="1" destOrd="0" presId="urn:microsoft.com/office/officeart/2005/8/layout/hierarchy2"/>
    <dgm:cxn modelId="{187D3B27-F329-4A06-B4D9-14F2FCBC2B07}" type="presOf" srcId="{38E3F61A-3AE0-4155-B92C-9E8FDC31F5E1}" destId="{9B1C92DF-85F9-4E10-9A54-D70B27BED890}" srcOrd="1" destOrd="0" presId="urn:microsoft.com/office/officeart/2005/8/layout/hierarchy2"/>
    <dgm:cxn modelId="{EC47AF5F-4E1D-492C-BCEC-56501635672C}" type="presOf" srcId="{B70532A7-D3DA-4B84-B3F6-1A2B4861FC82}" destId="{5B061652-2171-4D39-8BCD-A835674795F1}"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6AF8324C-F99B-4B0C-993F-E29DE806F111}" srcId="{75F56602-1F81-43B8-8FF4-6B603C2B9FA0}" destId="{3B05B665-67A3-49B9-8B39-9C1EE857274C}" srcOrd="0" destOrd="0" parTransId="{C774EF35-4A74-4DA9-A4C0-0DDDB4D34667}" sibTransId="{228C30FF-8E66-484E-B0F5-02F5B778C350}"/>
    <dgm:cxn modelId="{9F41B570-5DD1-4BA8-83CC-76F2BCE1EFC1}" type="presOf" srcId="{B70532A7-D3DA-4B84-B3F6-1A2B4861FC82}" destId="{5B52B8B1-5A7E-47DC-BFAF-F4C44426EF47}" srcOrd="1" destOrd="0" presId="urn:microsoft.com/office/officeart/2005/8/layout/hierarchy2"/>
    <dgm:cxn modelId="{362F1F52-1482-43C7-B54B-5164D807C58F}" type="presOf" srcId="{75F56602-1F81-43B8-8FF4-6B603C2B9FA0}" destId="{2BD46A2F-C42F-406A-9A1B-2C52C3E69199}" srcOrd="0" destOrd="0" presId="urn:microsoft.com/office/officeart/2005/8/layout/hierarchy2"/>
    <dgm:cxn modelId="{6669F353-6379-4E95-9C0B-D1170C19B296}" type="presOf" srcId="{432DCC30-3D30-4766-AE5A-DDA1E8E1C694}" destId="{D7C91FB9-804C-419F-A840-60C1222CFEF0}" srcOrd="1" destOrd="0" presId="urn:microsoft.com/office/officeart/2005/8/layout/hierarchy2"/>
    <dgm:cxn modelId="{5018F553-E47A-4A82-A698-571BC3D44A13}" type="presOf" srcId="{432DCC30-3D30-4766-AE5A-DDA1E8E1C694}" destId="{22C8D88C-9200-449A-95CA-C6C951FF9EFA}" srcOrd="0"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91F3948C-11C3-445A-BCDA-052D04D59639}" type="presOf" srcId="{191770CA-EAB0-484A-8FFB-8F7DA062CE62}" destId="{250F3298-E4AA-4904-A12B-AAC232EBAA5C}" srcOrd="0" destOrd="0" presId="urn:microsoft.com/office/officeart/2005/8/layout/hierarchy2"/>
    <dgm:cxn modelId="{09B6EB8F-EC7B-4B01-BF7D-8F6992206780}" type="presOf" srcId="{FEDD39BA-6E39-47D0-8586-07F39CC8648A}" destId="{4D73C71E-89F8-46D7-ABCD-94CC477E1629}" srcOrd="0" destOrd="0" presId="urn:microsoft.com/office/officeart/2005/8/layout/hierarchy2"/>
    <dgm:cxn modelId="{66623197-22B4-4F63-8CC1-7CA7741EC1CE}" type="presOf" srcId="{BE7A866F-FCC5-436D-A2E0-A8A6DF76F8EB}" destId="{4E231741-F076-452D-97E4-5E3BC1C34C63}" srcOrd="1"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A008E39B-C805-48F4-A63B-7BBA0B8DDC8F}" type="presOf" srcId="{38E3F61A-3AE0-4155-B92C-9E8FDC31F5E1}" destId="{58F4492D-8348-40AC-AEC6-55C7C3535C7C}" srcOrd="0" destOrd="0" presId="urn:microsoft.com/office/officeart/2005/8/layout/hierarchy2"/>
    <dgm:cxn modelId="{AED3B4AA-6618-41AA-B9BD-82DA7AE8E5BD}" type="presOf" srcId="{003EA6EE-58E5-40BF-9EA2-140291096720}" destId="{CD21181F-0FF4-4082-92C6-4A9B73A74EDB}" srcOrd="0" destOrd="0" presId="urn:microsoft.com/office/officeart/2005/8/layout/hierarchy2"/>
    <dgm:cxn modelId="{167BF2AB-84CF-45F7-A253-BD8B0737FE31}" type="presOf" srcId="{B134233E-B436-4370-8867-923B23EB229F}" destId="{2CE1C545-78E0-47B5-8C72-53A9EE24CD60}" srcOrd="0" destOrd="0" presId="urn:microsoft.com/office/officeart/2005/8/layout/hierarchy2"/>
    <dgm:cxn modelId="{28D4A8AE-D24C-41E5-9E13-DFC6C99AB6BF}" type="presOf" srcId="{BE7A866F-FCC5-436D-A2E0-A8A6DF76F8EB}" destId="{DF8ACA11-A784-4636-BE9F-ADD52C706CBC}" srcOrd="0" destOrd="0" presId="urn:microsoft.com/office/officeart/2005/8/layout/hierarchy2"/>
    <dgm:cxn modelId="{B051D5B4-E466-4D82-9762-AE4B5F36E9DC}" type="presOf" srcId="{0969A4AF-FC06-4FD3-8A4B-F1026C3F433B}" destId="{2ED7A92A-530E-424D-81D7-0ABA1FBF8E80}" srcOrd="1"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E6B74AC7-BA0F-4E85-B145-8D3E5C4ED546}" type="presOf" srcId="{949292E5-5D9F-4BED-BBD5-D5D43417B63B}" destId="{27E9DFBA-38D9-4890-81CD-E6DD6F1BD76C}" srcOrd="0" destOrd="0" presId="urn:microsoft.com/office/officeart/2005/8/layout/hierarchy2"/>
    <dgm:cxn modelId="{E39B67C8-E82D-4613-A599-5A13A38BC572}" type="presOf" srcId="{3B05B665-67A3-49B9-8B39-9C1EE857274C}" destId="{751A64B2-AA1B-4610-90F2-2585F0A6A46F}" srcOrd="0" destOrd="0" presId="urn:microsoft.com/office/officeart/2005/8/layout/hierarchy2"/>
    <dgm:cxn modelId="{7E701FD1-6D9E-4B29-A5B9-FD2A81959AC2}" type="presOf" srcId="{993E109E-C8C8-46D8-B666-173B14BC2FD7}" destId="{3E4CFFF9-FD55-47C7-9E6D-F0C6A9412ADB}" srcOrd="0" destOrd="0" presId="urn:microsoft.com/office/officeart/2005/8/layout/hierarchy2"/>
    <dgm:cxn modelId="{807B8EE4-986B-4FDE-81AF-E67080673FF9}" type="presOf" srcId="{A09C861D-2DAD-4964-84B8-895DB96D41E1}" destId="{11F686DE-25FA-4C6B-B5BD-0426FD435EBF}" srcOrd="0" destOrd="0" presId="urn:microsoft.com/office/officeart/2005/8/layout/hierarchy2"/>
    <dgm:cxn modelId="{FC5B3FE9-AC0F-4995-BB29-9C86BCAF3BC7}" type="presOf" srcId="{0969A4AF-FC06-4FD3-8A4B-F1026C3F433B}" destId="{37DFA971-3BDD-4614-B3F4-FCCCA928E801}" srcOrd="0" destOrd="0" presId="urn:microsoft.com/office/officeart/2005/8/layout/hierarchy2"/>
    <dgm:cxn modelId="{13F7DBEA-DE0A-405C-9879-2422312BCE3B}" type="presOf" srcId="{FEDD39BA-6E39-47D0-8586-07F39CC8648A}" destId="{031D1B23-0E26-4678-BE6A-437811C2DF66}" srcOrd="1" destOrd="0" presId="urn:microsoft.com/office/officeart/2005/8/layout/hierarchy2"/>
    <dgm:cxn modelId="{345AB5ED-46E9-4D05-87BA-12AD72829F8F}" type="presOf" srcId="{2AA71D22-D60D-4322-B69D-1EBB711EFDD8}" destId="{2370C263-D04C-4203-963B-8F5DE028DD68}" srcOrd="0" destOrd="0" presId="urn:microsoft.com/office/officeart/2005/8/layout/hierarchy2"/>
    <dgm:cxn modelId="{949489F0-1486-43C8-BADA-2E257E78E110}" type="presOf" srcId="{0143ECBF-D013-4B67-835C-463B22DE9D12}" destId="{15AA3F71-DF63-44F2-A3BA-35AE6A6DBF7D}" srcOrd="0"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46C8BCFE-5C9B-4DE5-8000-F90A7FAC00BE}" type="presOf" srcId="{949292E5-5D9F-4BED-BBD5-D5D43417B63B}" destId="{CBB3C906-6C8E-43D0-A349-5CBA1BD5A1B2}" srcOrd="1" destOrd="0" presId="urn:microsoft.com/office/officeart/2005/8/layout/hierarchy2"/>
    <dgm:cxn modelId="{73B4B12B-F1AB-4D50-AC49-3093C9A8270B}" type="presParOf" srcId="{2BD46A2F-C42F-406A-9A1B-2C52C3E69199}" destId="{64CF4588-342D-431F-BAAB-0FED7C7B9B22}" srcOrd="0" destOrd="0" presId="urn:microsoft.com/office/officeart/2005/8/layout/hierarchy2"/>
    <dgm:cxn modelId="{5F2B7DF0-797F-46EC-B489-8C215EB8977E}" type="presParOf" srcId="{64CF4588-342D-431F-BAAB-0FED7C7B9B22}" destId="{751A64B2-AA1B-4610-90F2-2585F0A6A46F}" srcOrd="0" destOrd="0" presId="urn:microsoft.com/office/officeart/2005/8/layout/hierarchy2"/>
    <dgm:cxn modelId="{81700112-BCE7-4FDC-8807-B191C86BD0FB}" type="presParOf" srcId="{64CF4588-342D-431F-BAAB-0FED7C7B9B22}" destId="{8F76A44D-3E95-4BEE-A6A2-B19DE39C4CC8}" srcOrd="1" destOrd="0" presId="urn:microsoft.com/office/officeart/2005/8/layout/hierarchy2"/>
    <dgm:cxn modelId="{170FCE8B-D4AF-4AB1-BEBC-CA9AA04ECC39}" type="presParOf" srcId="{8F76A44D-3E95-4BEE-A6A2-B19DE39C4CC8}" destId="{27E9DFBA-38D9-4890-81CD-E6DD6F1BD76C}" srcOrd="0" destOrd="0" presId="urn:microsoft.com/office/officeart/2005/8/layout/hierarchy2"/>
    <dgm:cxn modelId="{902DA6B4-811B-4F0F-8E08-C3C344005A7F}" type="presParOf" srcId="{27E9DFBA-38D9-4890-81CD-E6DD6F1BD76C}" destId="{CBB3C906-6C8E-43D0-A349-5CBA1BD5A1B2}" srcOrd="0" destOrd="0" presId="urn:microsoft.com/office/officeart/2005/8/layout/hierarchy2"/>
    <dgm:cxn modelId="{8DCCE1FD-857E-4B2C-9597-28E8DAF752CA}" type="presParOf" srcId="{8F76A44D-3E95-4BEE-A6A2-B19DE39C4CC8}" destId="{16C6700E-9EBB-48A6-AFAB-3DD87471C1C2}" srcOrd="1" destOrd="0" presId="urn:microsoft.com/office/officeart/2005/8/layout/hierarchy2"/>
    <dgm:cxn modelId="{61DDDF76-2A30-4A8F-81A2-08A2CC66122F}" type="presParOf" srcId="{16C6700E-9EBB-48A6-AFAB-3DD87471C1C2}" destId="{CD21181F-0FF4-4082-92C6-4A9B73A74EDB}" srcOrd="0" destOrd="0" presId="urn:microsoft.com/office/officeart/2005/8/layout/hierarchy2"/>
    <dgm:cxn modelId="{957D470B-2445-46D2-8367-442C72BA46D6}" type="presParOf" srcId="{16C6700E-9EBB-48A6-AFAB-3DD87471C1C2}" destId="{F1DFB375-DAC6-4FF8-91DE-BC0637159726}" srcOrd="1" destOrd="0" presId="urn:microsoft.com/office/officeart/2005/8/layout/hierarchy2"/>
    <dgm:cxn modelId="{91262DD3-9E6A-415C-8BD6-4E8EC884E381}" type="presParOf" srcId="{F1DFB375-DAC6-4FF8-91DE-BC0637159726}" destId="{22C8D88C-9200-449A-95CA-C6C951FF9EFA}" srcOrd="0" destOrd="0" presId="urn:microsoft.com/office/officeart/2005/8/layout/hierarchy2"/>
    <dgm:cxn modelId="{5AACBF03-6990-4FB3-ABF2-1E98F11E2FC4}" type="presParOf" srcId="{22C8D88C-9200-449A-95CA-C6C951FF9EFA}" destId="{D7C91FB9-804C-419F-A840-60C1222CFEF0}" srcOrd="0" destOrd="0" presId="urn:microsoft.com/office/officeart/2005/8/layout/hierarchy2"/>
    <dgm:cxn modelId="{56B124D1-3666-4AB0-8C70-F70331C4037B}" type="presParOf" srcId="{F1DFB375-DAC6-4FF8-91DE-BC0637159726}" destId="{6F13C50F-5A4A-42FF-8D18-6257C655505C}" srcOrd="1" destOrd="0" presId="urn:microsoft.com/office/officeart/2005/8/layout/hierarchy2"/>
    <dgm:cxn modelId="{20042D8D-C4CE-4834-BEF9-B59AF9D3FE12}" type="presParOf" srcId="{6F13C50F-5A4A-42FF-8D18-6257C655505C}" destId="{15AA3F71-DF63-44F2-A3BA-35AE6A6DBF7D}" srcOrd="0" destOrd="0" presId="urn:microsoft.com/office/officeart/2005/8/layout/hierarchy2"/>
    <dgm:cxn modelId="{6339B72A-7CDF-4B71-AD97-099E47DBEED2}" type="presParOf" srcId="{6F13C50F-5A4A-42FF-8D18-6257C655505C}" destId="{230A0D65-0855-402C-9DCF-6B08869A5139}" srcOrd="1" destOrd="0" presId="urn:microsoft.com/office/officeart/2005/8/layout/hierarchy2"/>
    <dgm:cxn modelId="{EB4B130D-0EEE-4751-803E-6356DA75AC3B}" type="presParOf" srcId="{F1DFB375-DAC6-4FF8-91DE-BC0637159726}" destId="{DF8ACA11-A784-4636-BE9F-ADD52C706CBC}" srcOrd="2" destOrd="0" presId="urn:microsoft.com/office/officeart/2005/8/layout/hierarchy2"/>
    <dgm:cxn modelId="{E23F7F7E-E91B-4126-93E1-FCB94F06B489}" type="presParOf" srcId="{DF8ACA11-A784-4636-BE9F-ADD52C706CBC}" destId="{4E231741-F076-452D-97E4-5E3BC1C34C63}" srcOrd="0" destOrd="0" presId="urn:microsoft.com/office/officeart/2005/8/layout/hierarchy2"/>
    <dgm:cxn modelId="{544DE7C9-0302-4231-ADC6-E37005042776}" type="presParOf" srcId="{F1DFB375-DAC6-4FF8-91DE-BC0637159726}" destId="{9101B551-1B1D-4A77-A019-BBEE43D3A318}" srcOrd="3" destOrd="0" presId="urn:microsoft.com/office/officeart/2005/8/layout/hierarchy2"/>
    <dgm:cxn modelId="{DBA7A471-3E90-48C7-96B1-FAFE7453BDDA}" type="presParOf" srcId="{9101B551-1B1D-4A77-A019-BBEE43D3A318}" destId="{2CE1C545-78E0-47B5-8C72-53A9EE24CD60}" srcOrd="0" destOrd="0" presId="urn:microsoft.com/office/officeart/2005/8/layout/hierarchy2"/>
    <dgm:cxn modelId="{2FE3C1C9-A90D-42B7-B49C-A29E72F9B8A5}" type="presParOf" srcId="{9101B551-1B1D-4A77-A019-BBEE43D3A318}" destId="{F811D60C-AF2A-4807-93C3-7732DE610F21}" srcOrd="1" destOrd="0" presId="urn:microsoft.com/office/officeart/2005/8/layout/hierarchy2"/>
    <dgm:cxn modelId="{0BCF1DB7-C2D3-4821-AA5C-C0A8CEB9E2BE}" type="presParOf" srcId="{8F76A44D-3E95-4BEE-A6A2-B19DE39C4CC8}" destId="{37DFA971-3BDD-4614-B3F4-FCCCA928E801}" srcOrd="2" destOrd="0" presId="urn:microsoft.com/office/officeart/2005/8/layout/hierarchy2"/>
    <dgm:cxn modelId="{092BC06E-9ED4-4BEA-8E0F-7AF739DB747E}" type="presParOf" srcId="{37DFA971-3BDD-4614-B3F4-FCCCA928E801}" destId="{2ED7A92A-530E-424D-81D7-0ABA1FBF8E80}" srcOrd="0" destOrd="0" presId="urn:microsoft.com/office/officeart/2005/8/layout/hierarchy2"/>
    <dgm:cxn modelId="{75A9299E-5E1A-4BE0-9BC5-5C033662AE60}" type="presParOf" srcId="{8F76A44D-3E95-4BEE-A6A2-B19DE39C4CC8}" destId="{E5225CE1-2F09-4369-9607-0D669EBA8068}" srcOrd="3" destOrd="0" presId="urn:microsoft.com/office/officeart/2005/8/layout/hierarchy2"/>
    <dgm:cxn modelId="{E8AB2388-02CC-490D-A167-256FF42E8F7F}" type="presParOf" srcId="{E5225CE1-2F09-4369-9607-0D669EBA8068}" destId="{250F3298-E4AA-4904-A12B-AAC232EBAA5C}" srcOrd="0" destOrd="0" presId="urn:microsoft.com/office/officeart/2005/8/layout/hierarchy2"/>
    <dgm:cxn modelId="{595AE159-385B-41C9-B71F-0AE7FF01B358}" type="presParOf" srcId="{E5225CE1-2F09-4369-9607-0D669EBA8068}" destId="{BFED8BB7-D33D-472F-9935-70CC83B2F037}" srcOrd="1" destOrd="0" presId="urn:microsoft.com/office/officeart/2005/8/layout/hierarchy2"/>
    <dgm:cxn modelId="{37121DA6-E47A-491F-82C2-2C0069E9CEBB}" type="presParOf" srcId="{BFED8BB7-D33D-472F-9935-70CC83B2F037}" destId="{500CC38C-370D-4E38-962F-8E689C001DB3}" srcOrd="0" destOrd="0" presId="urn:microsoft.com/office/officeart/2005/8/layout/hierarchy2"/>
    <dgm:cxn modelId="{BEAA6C63-00E0-458C-9203-46ED5088283B}" type="presParOf" srcId="{500CC38C-370D-4E38-962F-8E689C001DB3}" destId="{85D74912-EC50-4B9F-B5C0-FAED0F6C91EF}" srcOrd="0" destOrd="0" presId="urn:microsoft.com/office/officeart/2005/8/layout/hierarchy2"/>
    <dgm:cxn modelId="{193CC563-C876-4C3C-97C1-9DC54B5CA512}" type="presParOf" srcId="{BFED8BB7-D33D-472F-9935-70CC83B2F037}" destId="{00CEF6A7-71FB-4F30-8D68-E51F32B89E83}" srcOrd="1" destOrd="0" presId="urn:microsoft.com/office/officeart/2005/8/layout/hierarchy2"/>
    <dgm:cxn modelId="{9D7378A4-1EF2-4CD2-A3B1-694541B62BE3}" type="presParOf" srcId="{00CEF6A7-71FB-4F30-8D68-E51F32B89E83}" destId="{88EDACE5-21AE-4482-B8C7-116CF3A27E99}" srcOrd="0" destOrd="0" presId="urn:microsoft.com/office/officeart/2005/8/layout/hierarchy2"/>
    <dgm:cxn modelId="{CFA89366-3714-4889-89DA-FE9C10154FBD}" type="presParOf" srcId="{00CEF6A7-71FB-4F30-8D68-E51F32B89E83}" destId="{80B51281-666C-4AB5-84E9-437113A56E9E}" srcOrd="1" destOrd="0" presId="urn:microsoft.com/office/officeart/2005/8/layout/hierarchy2"/>
    <dgm:cxn modelId="{0D51A408-A1B0-4095-8CBB-4A2D7B56ABBC}" type="presParOf" srcId="{BFED8BB7-D33D-472F-9935-70CC83B2F037}" destId="{5B061652-2171-4D39-8BCD-A835674795F1}" srcOrd="2" destOrd="0" presId="urn:microsoft.com/office/officeart/2005/8/layout/hierarchy2"/>
    <dgm:cxn modelId="{3219C45F-47B6-44A6-BFFD-08A4FD78900A}" type="presParOf" srcId="{5B061652-2171-4D39-8BCD-A835674795F1}" destId="{5B52B8B1-5A7E-47DC-BFAF-F4C44426EF47}" srcOrd="0" destOrd="0" presId="urn:microsoft.com/office/officeart/2005/8/layout/hierarchy2"/>
    <dgm:cxn modelId="{90F8D366-6008-4A41-8744-5905E12841EA}" type="presParOf" srcId="{BFED8BB7-D33D-472F-9935-70CC83B2F037}" destId="{9501ABE0-7D23-49A4-8799-651C2C2C8E56}" srcOrd="3" destOrd="0" presId="urn:microsoft.com/office/officeart/2005/8/layout/hierarchy2"/>
    <dgm:cxn modelId="{8610FE28-D214-4369-B779-045A3F82E6C1}" type="presParOf" srcId="{9501ABE0-7D23-49A4-8799-651C2C2C8E56}" destId="{11F686DE-25FA-4C6B-B5BD-0426FD435EBF}" srcOrd="0" destOrd="0" presId="urn:microsoft.com/office/officeart/2005/8/layout/hierarchy2"/>
    <dgm:cxn modelId="{3CEF979E-1069-4A13-9B4D-ACBD3D2EDC9E}" type="presParOf" srcId="{9501ABE0-7D23-49A4-8799-651C2C2C8E56}" destId="{32D9AA0C-B29A-4CDD-BC13-44F570C7D123}" srcOrd="1" destOrd="0" presId="urn:microsoft.com/office/officeart/2005/8/layout/hierarchy2"/>
    <dgm:cxn modelId="{EDD6220A-66DB-4539-876E-BC5EA37FDE4E}" type="presParOf" srcId="{BFED8BB7-D33D-472F-9935-70CC83B2F037}" destId="{4D73C71E-89F8-46D7-ABCD-94CC477E1629}" srcOrd="4" destOrd="0" presId="urn:microsoft.com/office/officeart/2005/8/layout/hierarchy2"/>
    <dgm:cxn modelId="{069D68FD-44C6-4D71-A862-DDF373A65231}" type="presParOf" srcId="{4D73C71E-89F8-46D7-ABCD-94CC477E1629}" destId="{031D1B23-0E26-4678-BE6A-437811C2DF66}" srcOrd="0" destOrd="0" presId="urn:microsoft.com/office/officeart/2005/8/layout/hierarchy2"/>
    <dgm:cxn modelId="{6150F508-15D4-43AC-99EC-536D5901E70E}" type="presParOf" srcId="{BFED8BB7-D33D-472F-9935-70CC83B2F037}" destId="{54A643DF-6179-4C93-8A7A-0DD209DD08D7}" srcOrd="5" destOrd="0" presId="urn:microsoft.com/office/officeart/2005/8/layout/hierarchy2"/>
    <dgm:cxn modelId="{7C5BFA73-4B03-4156-9CB5-1FA68234FA31}" type="presParOf" srcId="{54A643DF-6179-4C93-8A7A-0DD209DD08D7}" destId="{2370C263-D04C-4203-963B-8F5DE028DD68}" srcOrd="0" destOrd="0" presId="urn:microsoft.com/office/officeart/2005/8/layout/hierarchy2"/>
    <dgm:cxn modelId="{2A37CF78-5747-47B7-922E-8F40B1F93475}" type="presParOf" srcId="{54A643DF-6179-4C93-8A7A-0DD209DD08D7}" destId="{026ADC69-F3F6-473F-9715-C26D88688F3B}" srcOrd="1" destOrd="0" presId="urn:microsoft.com/office/officeart/2005/8/layout/hierarchy2"/>
    <dgm:cxn modelId="{441EB028-DC5E-439B-A2BC-1AEFA4F63AE1}" type="presParOf" srcId="{BFED8BB7-D33D-472F-9935-70CC83B2F037}" destId="{58F4492D-8348-40AC-AEC6-55C7C3535C7C}" srcOrd="6" destOrd="0" presId="urn:microsoft.com/office/officeart/2005/8/layout/hierarchy2"/>
    <dgm:cxn modelId="{DB15CD3A-1E24-459E-9803-5BB76658BE16}" type="presParOf" srcId="{58F4492D-8348-40AC-AEC6-55C7C3535C7C}" destId="{9B1C92DF-85F9-4E10-9A54-D70B27BED890}" srcOrd="0" destOrd="0" presId="urn:microsoft.com/office/officeart/2005/8/layout/hierarchy2"/>
    <dgm:cxn modelId="{6FC98F55-1AAC-4E30-879A-F7C9F4C0B9A0}" type="presParOf" srcId="{BFED8BB7-D33D-472F-9935-70CC83B2F037}" destId="{2CDA1DCB-B9F9-4A50-988C-DD08A9CE3EC9}" srcOrd="7" destOrd="0" presId="urn:microsoft.com/office/officeart/2005/8/layout/hierarchy2"/>
    <dgm:cxn modelId="{044209E8-CE99-406E-BAD0-D84BBB76AD0C}" type="presParOf" srcId="{2CDA1DCB-B9F9-4A50-988C-DD08A9CE3EC9}" destId="{3E4CFFF9-FD55-47C7-9E6D-F0C6A9412ADB}" srcOrd="0" destOrd="0" presId="urn:microsoft.com/office/officeart/2005/8/layout/hierarchy2"/>
    <dgm:cxn modelId="{E7C08695-CDD3-4367-8EA7-BB1A3DA3268F}"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03E2BD06-92C0-4F69-8544-31AD010F5451}" type="presOf" srcId="{75F56602-1F81-43B8-8FF4-6B603C2B9FA0}" destId="{2BD46A2F-C42F-406A-9A1B-2C52C3E69199}" srcOrd="0" destOrd="0" presId="urn:microsoft.com/office/officeart/2005/8/layout/hierarchy2"/>
    <dgm:cxn modelId="{7D95AB07-D0F7-4D10-8682-A4DBEC8DD21B}" srcId="{3B05B665-67A3-49B9-8B39-9C1EE857274C}" destId="{003EA6EE-58E5-40BF-9EA2-140291096720}" srcOrd="0" destOrd="0" parTransId="{949292E5-5D9F-4BED-BBD5-D5D43417B63B}" sibTransId="{96CC86AB-B719-427D-9B56-92BC9C4FE9D3}"/>
    <dgm:cxn modelId="{27FF4B0B-0618-43FE-96FC-45E1C99D4A72}" type="presOf" srcId="{BE7A866F-FCC5-436D-A2E0-A8A6DF76F8EB}" destId="{4E231741-F076-452D-97E4-5E3BC1C34C63}" srcOrd="1" destOrd="0" presId="urn:microsoft.com/office/officeart/2005/8/layout/hierarchy2"/>
    <dgm:cxn modelId="{1A86760B-4935-41F1-82A6-F3E24CF67776}" type="presOf" srcId="{003EA6EE-58E5-40BF-9EA2-140291096720}" destId="{CD21181F-0FF4-4082-92C6-4A9B73A74EDB}" srcOrd="0" destOrd="0" presId="urn:microsoft.com/office/officeart/2005/8/layout/hierarchy2"/>
    <dgm:cxn modelId="{E86E4610-985D-421C-A6B7-225072241664}" type="presOf" srcId="{B2BE598A-CF53-4EAD-958F-AC3942F42736}" destId="{500CC38C-370D-4E38-962F-8E689C001DB3}" srcOrd="0" destOrd="0" presId="urn:microsoft.com/office/officeart/2005/8/layout/hierarchy2"/>
    <dgm:cxn modelId="{AFA4D210-74A5-44D5-BB29-C047F6CEDA8B}" type="presOf" srcId="{B2BE598A-CF53-4EAD-958F-AC3942F42736}" destId="{85D74912-EC50-4B9F-B5C0-FAED0F6C91EF}" srcOrd="1" destOrd="0" presId="urn:microsoft.com/office/officeart/2005/8/layout/hierarchy2"/>
    <dgm:cxn modelId="{D56B7911-70FF-4D8B-A169-D25F7DF73B42}" type="presOf" srcId="{FEDD39BA-6E39-47D0-8586-07F39CC8648A}" destId="{4D73C71E-89F8-46D7-ABCD-94CC477E1629}" srcOrd="0"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4EEC161A-1082-479F-8BA2-EA577DFDF1D8}" type="presOf" srcId="{993E109E-C8C8-46D8-B666-173B14BC2FD7}" destId="{3E4CFFF9-FD55-47C7-9E6D-F0C6A9412ADB}" srcOrd="0" destOrd="0" presId="urn:microsoft.com/office/officeart/2005/8/layout/hierarchy2"/>
    <dgm:cxn modelId="{90DC8E1B-16E1-438F-A627-01363ECD2564}" srcId="{003EA6EE-58E5-40BF-9EA2-140291096720}" destId="{B134233E-B436-4370-8867-923B23EB229F}" srcOrd="1" destOrd="0" parTransId="{BE7A866F-FCC5-436D-A2E0-A8A6DF76F8EB}" sibTransId="{28A2D2F8-9ECA-46A6-A8B8-E71743D29E16}"/>
    <dgm:cxn modelId="{8F43C51B-3C60-4357-8209-34AD78EC34A9}" type="presOf" srcId="{2AD198EF-5E35-4DCE-8157-F6F2E2783276}" destId="{88EDACE5-21AE-4482-B8C7-116CF3A27E99}" srcOrd="0" destOrd="0" presId="urn:microsoft.com/office/officeart/2005/8/layout/hierarchy2"/>
    <dgm:cxn modelId="{040B071D-9BBE-4DD5-A4AD-E2188AAAA44C}" type="presOf" srcId="{0143ECBF-D013-4B67-835C-463B22DE9D12}" destId="{15AA3F71-DF63-44F2-A3BA-35AE6A6DBF7D}" srcOrd="0" destOrd="0" presId="urn:microsoft.com/office/officeart/2005/8/layout/hierarchy2"/>
    <dgm:cxn modelId="{61241F1F-5841-4108-908C-4E7DC0ECA37F}" type="presOf" srcId="{191770CA-EAB0-484A-8FFB-8F7DA062CE62}" destId="{250F3298-E4AA-4904-A12B-AAC232EBAA5C}" srcOrd="0" destOrd="0" presId="urn:microsoft.com/office/officeart/2005/8/layout/hierarchy2"/>
    <dgm:cxn modelId="{D6DC3F33-9032-4B97-9B60-CB30FA09EC4E}" type="presOf" srcId="{A09C861D-2DAD-4964-84B8-895DB96D41E1}" destId="{11F686DE-25FA-4C6B-B5BD-0426FD435EBF}" srcOrd="0" destOrd="0" presId="urn:microsoft.com/office/officeart/2005/8/layout/hierarchy2"/>
    <dgm:cxn modelId="{5966FB3C-187B-4B3F-9EAF-9D71F9B600CF}" type="presOf" srcId="{FEDD39BA-6E39-47D0-8586-07F39CC8648A}" destId="{031D1B23-0E26-4678-BE6A-437811C2DF66}" srcOrd="1" destOrd="0" presId="urn:microsoft.com/office/officeart/2005/8/layout/hierarchy2"/>
    <dgm:cxn modelId="{7FD7415B-06F2-4DBE-A668-582C3F91E650}" type="presOf" srcId="{2AA71D22-D60D-4322-B69D-1EBB711EFDD8}" destId="{2370C263-D04C-4203-963B-8F5DE028DD68}"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F0376662-BA69-4597-A78C-8FED05C62AA1}" type="presOf" srcId="{3B05B665-67A3-49B9-8B39-9C1EE857274C}" destId="{751A64B2-AA1B-4610-90F2-2585F0A6A46F}" srcOrd="0"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3FC6B86C-29B4-44E3-940D-7F6EC46AC95D}" type="presOf" srcId="{949292E5-5D9F-4BED-BBD5-D5D43417B63B}" destId="{27E9DFBA-38D9-4890-81CD-E6DD6F1BD76C}" srcOrd="0" destOrd="0" presId="urn:microsoft.com/office/officeart/2005/8/layout/hierarchy2"/>
    <dgm:cxn modelId="{54607755-EC39-42F0-B711-6418685F6842}" type="presOf" srcId="{BE7A866F-FCC5-436D-A2E0-A8A6DF76F8EB}" destId="{DF8ACA11-A784-4636-BE9F-ADD52C706CBC}" srcOrd="0"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B8A2A890-E473-41FD-ABEF-2E0B9C29A4D5}" type="presOf" srcId="{B70532A7-D3DA-4B84-B3F6-1A2B4861FC82}" destId="{5B061652-2171-4D39-8BCD-A835674795F1}" srcOrd="0"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3E8A67A8-2A76-41C0-B3B3-D84F8F35B3C8}" type="presOf" srcId="{432DCC30-3D30-4766-AE5A-DDA1E8E1C694}" destId="{22C8D88C-9200-449A-95CA-C6C951FF9EFA}" srcOrd="0" destOrd="0" presId="urn:microsoft.com/office/officeart/2005/8/layout/hierarchy2"/>
    <dgm:cxn modelId="{F759FBB7-025C-4304-80EE-51249C0F37FE}" type="presOf" srcId="{949292E5-5D9F-4BED-BBD5-D5D43417B63B}" destId="{CBB3C906-6C8E-43D0-A349-5CBA1BD5A1B2}" srcOrd="1"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557F88C2-8F66-4CC0-AB95-621E392DD257}" type="presOf" srcId="{0969A4AF-FC06-4FD3-8A4B-F1026C3F433B}" destId="{37DFA971-3BDD-4614-B3F4-FCCCA928E801}" srcOrd="0" destOrd="0" presId="urn:microsoft.com/office/officeart/2005/8/layout/hierarchy2"/>
    <dgm:cxn modelId="{48D547D4-D231-4405-903D-AB0549FBF6B3}" type="presOf" srcId="{432DCC30-3D30-4766-AE5A-DDA1E8E1C694}" destId="{D7C91FB9-804C-419F-A840-60C1222CFEF0}" srcOrd="1" destOrd="0" presId="urn:microsoft.com/office/officeart/2005/8/layout/hierarchy2"/>
    <dgm:cxn modelId="{982F20E0-59CE-4401-82FB-F8B872AD1EB5}" type="presOf" srcId="{38E3F61A-3AE0-4155-B92C-9E8FDC31F5E1}" destId="{58F4492D-8348-40AC-AEC6-55C7C3535C7C}" srcOrd="0" destOrd="0" presId="urn:microsoft.com/office/officeart/2005/8/layout/hierarchy2"/>
    <dgm:cxn modelId="{7ADF98E2-0C61-49AA-96BA-59041884F193}" type="presOf" srcId="{B70532A7-D3DA-4B84-B3F6-1A2B4861FC82}" destId="{5B52B8B1-5A7E-47DC-BFAF-F4C44426EF47}" srcOrd="1" destOrd="0" presId="urn:microsoft.com/office/officeart/2005/8/layout/hierarchy2"/>
    <dgm:cxn modelId="{D9AAF7F0-944B-444C-945D-71B0C0500237}" type="presOf" srcId="{38E3F61A-3AE0-4155-B92C-9E8FDC31F5E1}" destId="{9B1C92DF-85F9-4E10-9A54-D70B27BED890}" srcOrd="1" destOrd="0" presId="urn:microsoft.com/office/officeart/2005/8/layout/hierarchy2"/>
    <dgm:cxn modelId="{C4BA5BF2-72BC-4BC9-93DB-84AC3190135A}" type="presOf" srcId="{0969A4AF-FC06-4FD3-8A4B-F1026C3F433B}" destId="{2ED7A92A-530E-424D-81D7-0ABA1FBF8E80}" srcOrd="1"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8D6335FA-5834-4444-A6E3-70594C56F817}" type="presOf" srcId="{B134233E-B436-4370-8867-923B23EB229F}" destId="{2CE1C545-78E0-47B5-8C72-53A9EE24CD60}" srcOrd="0" destOrd="0" presId="urn:microsoft.com/office/officeart/2005/8/layout/hierarchy2"/>
    <dgm:cxn modelId="{B185FC7B-DAB7-46FD-BD18-319BC74BAF63}" type="presParOf" srcId="{2BD46A2F-C42F-406A-9A1B-2C52C3E69199}" destId="{64CF4588-342D-431F-BAAB-0FED7C7B9B22}" srcOrd="0" destOrd="0" presId="urn:microsoft.com/office/officeart/2005/8/layout/hierarchy2"/>
    <dgm:cxn modelId="{D1F07FBF-7DF8-4B25-9F64-B959F65E05BA}" type="presParOf" srcId="{64CF4588-342D-431F-BAAB-0FED7C7B9B22}" destId="{751A64B2-AA1B-4610-90F2-2585F0A6A46F}" srcOrd="0" destOrd="0" presId="urn:microsoft.com/office/officeart/2005/8/layout/hierarchy2"/>
    <dgm:cxn modelId="{35C26D46-2558-4992-A009-8E1D2B6004DF}" type="presParOf" srcId="{64CF4588-342D-431F-BAAB-0FED7C7B9B22}" destId="{8F76A44D-3E95-4BEE-A6A2-B19DE39C4CC8}" srcOrd="1" destOrd="0" presId="urn:microsoft.com/office/officeart/2005/8/layout/hierarchy2"/>
    <dgm:cxn modelId="{4950585C-6B58-43EF-89E0-B698E1D9AE7B}" type="presParOf" srcId="{8F76A44D-3E95-4BEE-A6A2-B19DE39C4CC8}" destId="{27E9DFBA-38D9-4890-81CD-E6DD6F1BD76C}" srcOrd="0" destOrd="0" presId="urn:microsoft.com/office/officeart/2005/8/layout/hierarchy2"/>
    <dgm:cxn modelId="{AD213FA6-47B7-4E80-9F78-E0AFB37B808B}" type="presParOf" srcId="{27E9DFBA-38D9-4890-81CD-E6DD6F1BD76C}" destId="{CBB3C906-6C8E-43D0-A349-5CBA1BD5A1B2}" srcOrd="0" destOrd="0" presId="urn:microsoft.com/office/officeart/2005/8/layout/hierarchy2"/>
    <dgm:cxn modelId="{677FC3A6-81AD-4687-B48F-CC1F76F3D04E}" type="presParOf" srcId="{8F76A44D-3E95-4BEE-A6A2-B19DE39C4CC8}" destId="{16C6700E-9EBB-48A6-AFAB-3DD87471C1C2}" srcOrd="1" destOrd="0" presId="urn:microsoft.com/office/officeart/2005/8/layout/hierarchy2"/>
    <dgm:cxn modelId="{187A8922-0919-43BA-87D3-508773F39180}" type="presParOf" srcId="{16C6700E-9EBB-48A6-AFAB-3DD87471C1C2}" destId="{CD21181F-0FF4-4082-92C6-4A9B73A74EDB}" srcOrd="0" destOrd="0" presId="urn:microsoft.com/office/officeart/2005/8/layout/hierarchy2"/>
    <dgm:cxn modelId="{B1E2DA0F-E3D3-40A8-8D8B-D70E5FABB307}" type="presParOf" srcId="{16C6700E-9EBB-48A6-AFAB-3DD87471C1C2}" destId="{F1DFB375-DAC6-4FF8-91DE-BC0637159726}" srcOrd="1" destOrd="0" presId="urn:microsoft.com/office/officeart/2005/8/layout/hierarchy2"/>
    <dgm:cxn modelId="{0204491E-2FDC-4854-80B3-0FC04A520BA5}" type="presParOf" srcId="{F1DFB375-DAC6-4FF8-91DE-BC0637159726}" destId="{22C8D88C-9200-449A-95CA-C6C951FF9EFA}" srcOrd="0" destOrd="0" presId="urn:microsoft.com/office/officeart/2005/8/layout/hierarchy2"/>
    <dgm:cxn modelId="{6A0BD17B-365E-42FB-9233-AAB43B7C7E83}" type="presParOf" srcId="{22C8D88C-9200-449A-95CA-C6C951FF9EFA}" destId="{D7C91FB9-804C-419F-A840-60C1222CFEF0}" srcOrd="0" destOrd="0" presId="urn:microsoft.com/office/officeart/2005/8/layout/hierarchy2"/>
    <dgm:cxn modelId="{1B7C8D52-34A2-4161-B533-B5860E372FB6}" type="presParOf" srcId="{F1DFB375-DAC6-4FF8-91DE-BC0637159726}" destId="{6F13C50F-5A4A-42FF-8D18-6257C655505C}" srcOrd="1" destOrd="0" presId="urn:microsoft.com/office/officeart/2005/8/layout/hierarchy2"/>
    <dgm:cxn modelId="{B1C2C28B-DB42-41A3-A8EB-F74E623E44D2}" type="presParOf" srcId="{6F13C50F-5A4A-42FF-8D18-6257C655505C}" destId="{15AA3F71-DF63-44F2-A3BA-35AE6A6DBF7D}" srcOrd="0" destOrd="0" presId="urn:microsoft.com/office/officeart/2005/8/layout/hierarchy2"/>
    <dgm:cxn modelId="{1C47D66D-3A1B-440F-B96F-6CF3DB438986}" type="presParOf" srcId="{6F13C50F-5A4A-42FF-8D18-6257C655505C}" destId="{230A0D65-0855-402C-9DCF-6B08869A5139}" srcOrd="1" destOrd="0" presId="urn:microsoft.com/office/officeart/2005/8/layout/hierarchy2"/>
    <dgm:cxn modelId="{4F5B1544-CB5F-4493-8F07-1372E6B16860}" type="presParOf" srcId="{F1DFB375-DAC6-4FF8-91DE-BC0637159726}" destId="{DF8ACA11-A784-4636-BE9F-ADD52C706CBC}" srcOrd="2" destOrd="0" presId="urn:microsoft.com/office/officeart/2005/8/layout/hierarchy2"/>
    <dgm:cxn modelId="{B8F0A921-A569-40FF-BB11-FB5B1A6F5285}" type="presParOf" srcId="{DF8ACA11-A784-4636-BE9F-ADD52C706CBC}" destId="{4E231741-F076-452D-97E4-5E3BC1C34C63}" srcOrd="0" destOrd="0" presId="urn:microsoft.com/office/officeart/2005/8/layout/hierarchy2"/>
    <dgm:cxn modelId="{E6CEE258-16F1-4268-B39B-63E54F74BB00}" type="presParOf" srcId="{F1DFB375-DAC6-4FF8-91DE-BC0637159726}" destId="{9101B551-1B1D-4A77-A019-BBEE43D3A318}" srcOrd="3" destOrd="0" presId="urn:microsoft.com/office/officeart/2005/8/layout/hierarchy2"/>
    <dgm:cxn modelId="{6F869D14-D878-496E-8B45-BDBFE1F4BEA2}" type="presParOf" srcId="{9101B551-1B1D-4A77-A019-BBEE43D3A318}" destId="{2CE1C545-78E0-47B5-8C72-53A9EE24CD60}" srcOrd="0" destOrd="0" presId="urn:microsoft.com/office/officeart/2005/8/layout/hierarchy2"/>
    <dgm:cxn modelId="{E057601E-FB63-4637-9001-83B69DEC7833}" type="presParOf" srcId="{9101B551-1B1D-4A77-A019-BBEE43D3A318}" destId="{F811D60C-AF2A-4807-93C3-7732DE610F21}" srcOrd="1" destOrd="0" presId="urn:microsoft.com/office/officeart/2005/8/layout/hierarchy2"/>
    <dgm:cxn modelId="{2A2B0864-AF57-4646-9B75-C2158F20C1A9}" type="presParOf" srcId="{8F76A44D-3E95-4BEE-A6A2-B19DE39C4CC8}" destId="{37DFA971-3BDD-4614-B3F4-FCCCA928E801}" srcOrd="2" destOrd="0" presId="urn:microsoft.com/office/officeart/2005/8/layout/hierarchy2"/>
    <dgm:cxn modelId="{6B8882FB-D60B-4EBA-991E-239C307FCEFE}" type="presParOf" srcId="{37DFA971-3BDD-4614-B3F4-FCCCA928E801}" destId="{2ED7A92A-530E-424D-81D7-0ABA1FBF8E80}" srcOrd="0" destOrd="0" presId="urn:microsoft.com/office/officeart/2005/8/layout/hierarchy2"/>
    <dgm:cxn modelId="{0BA92D58-CF73-49EE-B1C3-95700B02E7B4}" type="presParOf" srcId="{8F76A44D-3E95-4BEE-A6A2-B19DE39C4CC8}" destId="{E5225CE1-2F09-4369-9607-0D669EBA8068}" srcOrd="3" destOrd="0" presId="urn:microsoft.com/office/officeart/2005/8/layout/hierarchy2"/>
    <dgm:cxn modelId="{69ACC34B-CD5B-4F38-8102-46B4E56F53B4}" type="presParOf" srcId="{E5225CE1-2F09-4369-9607-0D669EBA8068}" destId="{250F3298-E4AA-4904-A12B-AAC232EBAA5C}" srcOrd="0" destOrd="0" presId="urn:microsoft.com/office/officeart/2005/8/layout/hierarchy2"/>
    <dgm:cxn modelId="{AE28AB8C-19CC-4A2D-8631-FB1CD911A00B}" type="presParOf" srcId="{E5225CE1-2F09-4369-9607-0D669EBA8068}" destId="{BFED8BB7-D33D-472F-9935-70CC83B2F037}" srcOrd="1" destOrd="0" presId="urn:microsoft.com/office/officeart/2005/8/layout/hierarchy2"/>
    <dgm:cxn modelId="{4A33956E-63D8-43AB-A209-78EB42F1676E}" type="presParOf" srcId="{BFED8BB7-D33D-472F-9935-70CC83B2F037}" destId="{500CC38C-370D-4E38-962F-8E689C001DB3}" srcOrd="0" destOrd="0" presId="urn:microsoft.com/office/officeart/2005/8/layout/hierarchy2"/>
    <dgm:cxn modelId="{988ADC68-26EB-4B51-A86F-EBAC1B87E59E}" type="presParOf" srcId="{500CC38C-370D-4E38-962F-8E689C001DB3}" destId="{85D74912-EC50-4B9F-B5C0-FAED0F6C91EF}" srcOrd="0" destOrd="0" presId="urn:microsoft.com/office/officeart/2005/8/layout/hierarchy2"/>
    <dgm:cxn modelId="{92DDF58F-E01A-4DCD-BFC0-6142EBEED45B}" type="presParOf" srcId="{BFED8BB7-D33D-472F-9935-70CC83B2F037}" destId="{00CEF6A7-71FB-4F30-8D68-E51F32B89E83}" srcOrd="1" destOrd="0" presId="urn:microsoft.com/office/officeart/2005/8/layout/hierarchy2"/>
    <dgm:cxn modelId="{7429F9ED-F371-4DD3-8B3D-DDEC7843135C}" type="presParOf" srcId="{00CEF6A7-71FB-4F30-8D68-E51F32B89E83}" destId="{88EDACE5-21AE-4482-B8C7-116CF3A27E99}" srcOrd="0" destOrd="0" presId="urn:microsoft.com/office/officeart/2005/8/layout/hierarchy2"/>
    <dgm:cxn modelId="{DD0BBC42-CE91-4FAC-9FB6-702C4B2D623E}" type="presParOf" srcId="{00CEF6A7-71FB-4F30-8D68-E51F32B89E83}" destId="{80B51281-666C-4AB5-84E9-437113A56E9E}" srcOrd="1" destOrd="0" presId="urn:microsoft.com/office/officeart/2005/8/layout/hierarchy2"/>
    <dgm:cxn modelId="{CED356E2-F282-4084-A87E-735925D871A1}" type="presParOf" srcId="{BFED8BB7-D33D-472F-9935-70CC83B2F037}" destId="{5B061652-2171-4D39-8BCD-A835674795F1}" srcOrd="2" destOrd="0" presId="urn:microsoft.com/office/officeart/2005/8/layout/hierarchy2"/>
    <dgm:cxn modelId="{E7BB40FF-9C0D-4797-817B-4128216881A2}" type="presParOf" srcId="{5B061652-2171-4D39-8BCD-A835674795F1}" destId="{5B52B8B1-5A7E-47DC-BFAF-F4C44426EF47}" srcOrd="0" destOrd="0" presId="urn:microsoft.com/office/officeart/2005/8/layout/hierarchy2"/>
    <dgm:cxn modelId="{750D745C-9B2A-4EB2-9379-0813B6427248}" type="presParOf" srcId="{BFED8BB7-D33D-472F-9935-70CC83B2F037}" destId="{9501ABE0-7D23-49A4-8799-651C2C2C8E56}" srcOrd="3" destOrd="0" presId="urn:microsoft.com/office/officeart/2005/8/layout/hierarchy2"/>
    <dgm:cxn modelId="{4764451F-6C10-49AE-91F3-2F15607AAB6D}" type="presParOf" srcId="{9501ABE0-7D23-49A4-8799-651C2C2C8E56}" destId="{11F686DE-25FA-4C6B-B5BD-0426FD435EBF}" srcOrd="0" destOrd="0" presId="urn:microsoft.com/office/officeart/2005/8/layout/hierarchy2"/>
    <dgm:cxn modelId="{D8DE33CF-E1BE-4FF5-BCB6-A9C9FF87659E}" type="presParOf" srcId="{9501ABE0-7D23-49A4-8799-651C2C2C8E56}" destId="{32D9AA0C-B29A-4CDD-BC13-44F570C7D123}" srcOrd="1" destOrd="0" presId="urn:microsoft.com/office/officeart/2005/8/layout/hierarchy2"/>
    <dgm:cxn modelId="{53B05034-54B7-4C0A-A5DF-D851A1213B4A}" type="presParOf" srcId="{BFED8BB7-D33D-472F-9935-70CC83B2F037}" destId="{4D73C71E-89F8-46D7-ABCD-94CC477E1629}" srcOrd="4" destOrd="0" presId="urn:microsoft.com/office/officeart/2005/8/layout/hierarchy2"/>
    <dgm:cxn modelId="{9D8D241B-B2F5-4A85-BFC2-B408CD2080BA}" type="presParOf" srcId="{4D73C71E-89F8-46D7-ABCD-94CC477E1629}" destId="{031D1B23-0E26-4678-BE6A-437811C2DF66}" srcOrd="0" destOrd="0" presId="urn:microsoft.com/office/officeart/2005/8/layout/hierarchy2"/>
    <dgm:cxn modelId="{3E160EDF-3FF2-4D4E-87B9-917797E80B8D}" type="presParOf" srcId="{BFED8BB7-D33D-472F-9935-70CC83B2F037}" destId="{54A643DF-6179-4C93-8A7A-0DD209DD08D7}" srcOrd="5" destOrd="0" presId="urn:microsoft.com/office/officeart/2005/8/layout/hierarchy2"/>
    <dgm:cxn modelId="{DD945C0E-1DF0-4B9A-92AC-29874A293B95}" type="presParOf" srcId="{54A643DF-6179-4C93-8A7A-0DD209DD08D7}" destId="{2370C263-D04C-4203-963B-8F5DE028DD68}" srcOrd="0" destOrd="0" presId="urn:microsoft.com/office/officeart/2005/8/layout/hierarchy2"/>
    <dgm:cxn modelId="{BDE04A2B-6F15-40C6-B196-BA6EBA8B3B16}" type="presParOf" srcId="{54A643DF-6179-4C93-8A7A-0DD209DD08D7}" destId="{026ADC69-F3F6-473F-9715-C26D88688F3B}" srcOrd="1" destOrd="0" presId="urn:microsoft.com/office/officeart/2005/8/layout/hierarchy2"/>
    <dgm:cxn modelId="{5FCF9C5E-AE98-4229-A2C2-9E536B074F21}" type="presParOf" srcId="{BFED8BB7-D33D-472F-9935-70CC83B2F037}" destId="{58F4492D-8348-40AC-AEC6-55C7C3535C7C}" srcOrd="6" destOrd="0" presId="urn:microsoft.com/office/officeart/2005/8/layout/hierarchy2"/>
    <dgm:cxn modelId="{DB307E1A-C5D4-4A6C-BEC4-CA8A6CE07E12}" type="presParOf" srcId="{58F4492D-8348-40AC-AEC6-55C7C3535C7C}" destId="{9B1C92DF-85F9-4E10-9A54-D70B27BED890}" srcOrd="0" destOrd="0" presId="urn:microsoft.com/office/officeart/2005/8/layout/hierarchy2"/>
    <dgm:cxn modelId="{719A4568-326D-4268-BB12-A89A9E97A8D6}" type="presParOf" srcId="{BFED8BB7-D33D-472F-9935-70CC83B2F037}" destId="{2CDA1DCB-B9F9-4A50-988C-DD08A9CE3EC9}" srcOrd="7" destOrd="0" presId="urn:microsoft.com/office/officeart/2005/8/layout/hierarchy2"/>
    <dgm:cxn modelId="{B7D09D03-F867-418F-A2B7-27BE3D2BBD53}" type="presParOf" srcId="{2CDA1DCB-B9F9-4A50-988C-DD08A9CE3EC9}" destId="{3E4CFFF9-FD55-47C7-9E6D-F0C6A9412ADB}" srcOrd="0" destOrd="0" presId="urn:microsoft.com/office/officeart/2005/8/layout/hierarchy2"/>
    <dgm:cxn modelId="{1F1C937C-AB9D-4066-B98A-B84F1B99A37B}"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91870201-311C-4DB0-ADA6-A81D8F433DA8}" type="presOf" srcId="{993E109E-C8C8-46D8-B666-173B14BC2FD7}" destId="{3E4CFFF9-FD55-47C7-9E6D-F0C6A9412ADB}" srcOrd="0" destOrd="0" presId="urn:microsoft.com/office/officeart/2005/8/layout/hierarchy2"/>
    <dgm:cxn modelId="{987B1504-E19F-48A7-AB93-0C8FCC1E2ABA}" type="presOf" srcId="{B2BE598A-CF53-4EAD-958F-AC3942F42736}" destId="{500CC38C-370D-4E38-962F-8E689C001DB3}" srcOrd="0" destOrd="0" presId="urn:microsoft.com/office/officeart/2005/8/layout/hierarchy2"/>
    <dgm:cxn modelId="{7D95AB07-D0F7-4D10-8682-A4DBEC8DD21B}" srcId="{3B05B665-67A3-49B9-8B39-9C1EE857274C}" destId="{003EA6EE-58E5-40BF-9EA2-140291096720}" srcOrd="0" destOrd="0" parTransId="{949292E5-5D9F-4BED-BBD5-D5D43417B63B}" sibTransId="{96CC86AB-B719-427D-9B56-92BC9C4FE9D3}"/>
    <dgm:cxn modelId="{E9699E09-135B-4B68-8F64-746C21F1D93E}" type="presOf" srcId="{A09C861D-2DAD-4964-84B8-895DB96D41E1}" destId="{11F686DE-25FA-4C6B-B5BD-0426FD435EBF}" srcOrd="0" destOrd="0" presId="urn:microsoft.com/office/officeart/2005/8/layout/hierarchy2"/>
    <dgm:cxn modelId="{05A09C0E-089F-4BD8-B453-0D48351684D8}" type="presOf" srcId="{38E3F61A-3AE0-4155-B92C-9E8FDC31F5E1}" destId="{9B1C92DF-85F9-4E10-9A54-D70B27BED890}" srcOrd="1" destOrd="0" presId="urn:microsoft.com/office/officeart/2005/8/layout/hierarchy2"/>
    <dgm:cxn modelId="{2A17C80E-CFF1-45B0-BCC7-5A01AF9BB33F}" type="presOf" srcId="{B70532A7-D3DA-4B84-B3F6-1A2B4861FC82}" destId="{5B52B8B1-5A7E-47DC-BFAF-F4C44426EF47}" srcOrd="1" destOrd="0" presId="urn:microsoft.com/office/officeart/2005/8/layout/hierarchy2"/>
    <dgm:cxn modelId="{804E8910-A080-4747-9538-AD55926DCB20}" type="presOf" srcId="{B134233E-B436-4370-8867-923B23EB229F}" destId="{2CE1C545-78E0-47B5-8C72-53A9EE24CD60}" srcOrd="0"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B2A57A1A-AADF-4A7A-9E65-C3D24EBCCA7B}" type="presOf" srcId="{BE7A866F-FCC5-436D-A2E0-A8A6DF76F8EB}" destId="{4E231741-F076-452D-97E4-5E3BC1C34C63}" srcOrd="1" destOrd="0" presId="urn:microsoft.com/office/officeart/2005/8/layout/hierarchy2"/>
    <dgm:cxn modelId="{90DC8E1B-16E1-438F-A627-01363ECD2564}" srcId="{003EA6EE-58E5-40BF-9EA2-140291096720}" destId="{B134233E-B436-4370-8867-923B23EB229F}" srcOrd="1" destOrd="0" parTransId="{BE7A866F-FCC5-436D-A2E0-A8A6DF76F8EB}" sibTransId="{28A2D2F8-9ECA-46A6-A8B8-E71743D29E16}"/>
    <dgm:cxn modelId="{1506B33C-8F13-454F-A8B9-BBF7C481F82D}" type="presOf" srcId="{0969A4AF-FC06-4FD3-8A4B-F1026C3F433B}" destId="{37DFA971-3BDD-4614-B3F4-FCCCA928E801}" srcOrd="0" destOrd="0" presId="urn:microsoft.com/office/officeart/2005/8/layout/hierarchy2"/>
    <dgm:cxn modelId="{2B83733E-33D9-45F0-87D7-109F79F8958A}" type="presOf" srcId="{0969A4AF-FC06-4FD3-8A4B-F1026C3F433B}" destId="{2ED7A92A-530E-424D-81D7-0ABA1FBF8E80}" srcOrd="1"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664C444A-1355-4D3C-82DC-D5804DDD991E}" type="presOf" srcId="{949292E5-5D9F-4BED-BBD5-D5D43417B63B}" destId="{27E9DFBA-38D9-4890-81CD-E6DD6F1BD76C}" srcOrd="0" destOrd="0" presId="urn:microsoft.com/office/officeart/2005/8/layout/hierarchy2"/>
    <dgm:cxn modelId="{392CEF4A-F13C-4B68-AC7D-8BFF55FE916B}" type="presOf" srcId="{B70532A7-D3DA-4B84-B3F6-1A2B4861FC82}" destId="{5B061652-2171-4D39-8BCD-A835674795F1}" srcOrd="0"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DC876177-7E55-4116-8718-D32B7A3ADBE5}" type="presOf" srcId="{949292E5-5D9F-4BED-BBD5-D5D43417B63B}" destId="{CBB3C906-6C8E-43D0-A349-5CBA1BD5A1B2}" srcOrd="1"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94F2FF81-E674-4D7A-8D59-E9577AC3006F}" type="presOf" srcId="{75F56602-1F81-43B8-8FF4-6B603C2B9FA0}" destId="{2BD46A2F-C42F-406A-9A1B-2C52C3E69199}" srcOrd="0" destOrd="0" presId="urn:microsoft.com/office/officeart/2005/8/layout/hierarchy2"/>
    <dgm:cxn modelId="{9A123098-83B9-4663-B13B-B03C83AF158A}" type="presOf" srcId="{38E3F61A-3AE0-4155-B92C-9E8FDC31F5E1}" destId="{58F4492D-8348-40AC-AEC6-55C7C3535C7C}" srcOrd="0"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9739F3A5-B242-448C-AB86-9F82163611DE}" type="presOf" srcId="{BE7A866F-FCC5-436D-A2E0-A8A6DF76F8EB}" destId="{DF8ACA11-A784-4636-BE9F-ADD52C706CBC}" srcOrd="0" destOrd="0" presId="urn:microsoft.com/office/officeart/2005/8/layout/hierarchy2"/>
    <dgm:cxn modelId="{4EE17AA8-C153-48B4-91B6-446FAF689D4D}" type="presOf" srcId="{2AD198EF-5E35-4DCE-8157-F6F2E2783276}" destId="{88EDACE5-21AE-4482-B8C7-116CF3A27E99}" srcOrd="0" destOrd="0" presId="urn:microsoft.com/office/officeart/2005/8/layout/hierarchy2"/>
    <dgm:cxn modelId="{F1809DA9-2B51-403D-8D4C-069C0C3A75B2}" type="presOf" srcId="{FEDD39BA-6E39-47D0-8586-07F39CC8648A}" destId="{031D1B23-0E26-4678-BE6A-437811C2DF66}" srcOrd="1" destOrd="0" presId="urn:microsoft.com/office/officeart/2005/8/layout/hierarchy2"/>
    <dgm:cxn modelId="{3322F9AB-DBE1-4872-84E7-9B219AFE0F3A}" type="presOf" srcId="{FEDD39BA-6E39-47D0-8586-07F39CC8648A}" destId="{4D73C71E-89F8-46D7-ABCD-94CC477E1629}" srcOrd="0" destOrd="0" presId="urn:microsoft.com/office/officeart/2005/8/layout/hierarchy2"/>
    <dgm:cxn modelId="{D399E2AD-20AE-4FA8-8830-094DC1086B55}" type="presOf" srcId="{003EA6EE-58E5-40BF-9EA2-140291096720}" destId="{CD21181F-0FF4-4082-92C6-4A9B73A74EDB}" srcOrd="0" destOrd="0" presId="urn:microsoft.com/office/officeart/2005/8/layout/hierarchy2"/>
    <dgm:cxn modelId="{A2E75BBB-69F4-4247-A99D-E2B759D49285}" type="presOf" srcId="{432DCC30-3D30-4766-AE5A-DDA1E8E1C694}" destId="{D7C91FB9-804C-419F-A840-60C1222CFEF0}" srcOrd="1"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E14F86C5-5AE8-4E15-A534-A043367C183E}" type="presOf" srcId="{3B05B665-67A3-49B9-8B39-9C1EE857274C}" destId="{751A64B2-AA1B-4610-90F2-2585F0A6A46F}" srcOrd="0" destOrd="0" presId="urn:microsoft.com/office/officeart/2005/8/layout/hierarchy2"/>
    <dgm:cxn modelId="{D8FE8BCA-F7F4-45D9-BE72-12E6E9418E8F}" type="presOf" srcId="{0143ECBF-D013-4B67-835C-463B22DE9D12}" destId="{15AA3F71-DF63-44F2-A3BA-35AE6A6DBF7D}" srcOrd="0" destOrd="0" presId="urn:microsoft.com/office/officeart/2005/8/layout/hierarchy2"/>
    <dgm:cxn modelId="{AEFF97DA-379B-45B6-BB40-A78CF4B04CD3}" type="presOf" srcId="{432DCC30-3D30-4766-AE5A-DDA1E8E1C694}" destId="{22C8D88C-9200-449A-95CA-C6C951FF9EFA}" srcOrd="0" destOrd="0" presId="urn:microsoft.com/office/officeart/2005/8/layout/hierarchy2"/>
    <dgm:cxn modelId="{7108FCDC-49CD-48B3-B8CE-172490692D94}" type="presOf" srcId="{191770CA-EAB0-484A-8FFB-8F7DA062CE62}" destId="{250F3298-E4AA-4904-A12B-AAC232EBAA5C}" srcOrd="0" destOrd="0" presId="urn:microsoft.com/office/officeart/2005/8/layout/hierarchy2"/>
    <dgm:cxn modelId="{4508DADF-E097-454F-8DEC-3C2E2892C996}" type="presOf" srcId="{2AA71D22-D60D-4322-B69D-1EBB711EFDD8}" destId="{2370C263-D04C-4203-963B-8F5DE028DD68}" srcOrd="0" destOrd="0" presId="urn:microsoft.com/office/officeart/2005/8/layout/hierarchy2"/>
    <dgm:cxn modelId="{773C9FF1-644A-4CE4-8256-F2242C9FBF70}" type="presOf" srcId="{B2BE598A-CF53-4EAD-958F-AC3942F42736}" destId="{85D74912-EC50-4B9F-B5C0-FAED0F6C91EF}" srcOrd="1"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1222FA5B-F1BB-4665-9142-56DF92AF6C60}" type="presParOf" srcId="{2BD46A2F-C42F-406A-9A1B-2C52C3E69199}" destId="{64CF4588-342D-431F-BAAB-0FED7C7B9B22}" srcOrd="0" destOrd="0" presId="urn:microsoft.com/office/officeart/2005/8/layout/hierarchy2"/>
    <dgm:cxn modelId="{AB5EEA53-0635-42B1-A501-D306DAECFD45}" type="presParOf" srcId="{64CF4588-342D-431F-BAAB-0FED7C7B9B22}" destId="{751A64B2-AA1B-4610-90F2-2585F0A6A46F}" srcOrd="0" destOrd="0" presId="urn:microsoft.com/office/officeart/2005/8/layout/hierarchy2"/>
    <dgm:cxn modelId="{3D4CA392-FB1E-456F-8D3B-26F9A3D22A05}" type="presParOf" srcId="{64CF4588-342D-431F-BAAB-0FED7C7B9B22}" destId="{8F76A44D-3E95-4BEE-A6A2-B19DE39C4CC8}" srcOrd="1" destOrd="0" presId="urn:microsoft.com/office/officeart/2005/8/layout/hierarchy2"/>
    <dgm:cxn modelId="{DC6E4DB3-14AC-4655-8A28-D6D1D8A60C68}" type="presParOf" srcId="{8F76A44D-3E95-4BEE-A6A2-B19DE39C4CC8}" destId="{27E9DFBA-38D9-4890-81CD-E6DD6F1BD76C}" srcOrd="0" destOrd="0" presId="urn:microsoft.com/office/officeart/2005/8/layout/hierarchy2"/>
    <dgm:cxn modelId="{1687D03F-A486-458B-9AF2-ECC111679AF4}" type="presParOf" srcId="{27E9DFBA-38D9-4890-81CD-E6DD6F1BD76C}" destId="{CBB3C906-6C8E-43D0-A349-5CBA1BD5A1B2}" srcOrd="0" destOrd="0" presId="urn:microsoft.com/office/officeart/2005/8/layout/hierarchy2"/>
    <dgm:cxn modelId="{0B26E9F8-4566-4FF7-8CA8-81D61554195F}" type="presParOf" srcId="{8F76A44D-3E95-4BEE-A6A2-B19DE39C4CC8}" destId="{16C6700E-9EBB-48A6-AFAB-3DD87471C1C2}" srcOrd="1" destOrd="0" presId="urn:microsoft.com/office/officeart/2005/8/layout/hierarchy2"/>
    <dgm:cxn modelId="{819183F9-78F0-4F59-8F1F-5528CA1E0C89}" type="presParOf" srcId="{16C6700E-9EBB-48A6-AFAB-3DD87471C1C2}" destId="{CD21181F-0FF4-4082-92C6-4A9B73A74EDB}" srcOrd="0" destOrd="0" presId="urn:microsoft.com/office/officeart/2005/8/layout/hierarchy2"/>
    <dgm:cxn modelId="{A1EBE040-B7D0-4A92-A2BB-60806164CB59}" type="presParOf" srcId="{16C6700E-9EBB-48A6-AFAB-3DD87471C1C2}" destId="{F1DFB375-DAC6-4FF8-91DE-BC0637159726}" srcOrd="1" destOrd="0" presId="urn:microsoft.com/office/officeart/2005/8/layout/hierarchy2"/>
    <dgm:cxn modelId="{F31D2C8D-D514-4E4E-AF17-0CBDDFB6F05D}" type="presParOf" srcId="{F1DFB375-DAC6-4FF8-91DE-BC0637159726}" destId="{22C8D88C-9200-449A-95CA-C6C951FF9EFA}" srcOrd="0" destOrd="0" presId="urn:microsoft.com/office/officeart/2005/8/layout/hierarchy2"/>
    <dgm:cxn modelId="{676D5E81-A117-4357-AF82-8EDACBCBE292}" type="presParOf" srcId="{22C8D88C-9200-449A-95CA-C6C951FF9EFA}" destId="{D7C91FB9-804C-419F-A840-60C1222CFEF0}" srcOrd="0" destOrd="0" presId="urn:microsoft.com/office/officeart/2005/8/layout/hierarchy2"/>
    <dgm:cxn modelId="{8031A3D0-0616-44FB-BC37-4B4DD23CA695}" type="presParOf" srcId="{F1DFB375-DAC6-4FF8-91DE-BC0637159726}" destId="{6F13C50F-5A4A-42FF-8D18-6257C655505C}" srcOrd="1" destOrd="0" presId="urn:microsoft.com/office/officeart/2005/8/layout/hierarchy2"/>
    <dgm:cxn modelId="{442F1C2C-77D9-4FE8-B242-D5D1B98946BF}" type="presParOf" srcId="{6F13C50F-5A4A-42FF-8D18-6257C655505C}" destId="{15AA3F71-DF63-44F2-A3BA-35AE6A6DBF7D}" srcOrd="0" destOrd="0" presId="urn:microsoft.com/office/officeart/2005/8/layout/hierarchy2"/>
    <dgm:cxn modelId="{4BA5CFB3-F05C-40A3-9493-3F30A37C7CE0}" type="presParOf" srcId="{6F13C50F-5A4A-42FF-8D18-6257C655505C}" destId="{230A0D65-0855-402C-9DCF-6B08869A5139}" srcOrd="1" destOrd="0" presId="urn:microsoft.com/office/officeart/2005/8/layout/hierarchy2"/>
    <dgm:cxn modelId="{B258CC9A-432B-4163-BF11-2045BD235440}" type="presParOf" srcId="{F1DFB375-DAC6-4FF8-91DE-BC0637159726}" destId="{DF8ACA11-A784-4636-BE9F-ADD52C706CBC}" srcOrd="2" destOrd="0" presId="urn:microsoft.com/office/officeart/2005/8/layout/hierarchy2"/>
    <dgm:cxn modelId="{7E848870-4BB8-4302-9711-F1CC6E7174BB}" type="presParOf" srcId="{DF8ACA11-A784-4636-BE9F-ADD52C706CBC}" destId="{4E231741-F076-452D-97E4-5E3BC1C34C63}" srcOrd="0" destOrd="0" presId="urn:microsoft.com/office/officeart/2005/8/layout/hierarchy2"/>
    <dgm:cxn modelId="{C323955E-2FC6-4FF7-88FB-1D02730CC626}" type="presParOf" srcId="{F1DFB375-DAC6-4FF8-91DE-BC0637159726}" destId="{9101B551-1B1D-4A77-A019-BBEE43D3A318}" srcOrd="3" destOrd="0" presId="urn:microsoft.com/office/officeart/2005/8/layout/hierarchy2"/>
    <dgm:cxn modelId="{699196DD-4997-4705-BBAD-0608F521E4E0}" type="presParOf" srcId="{9101B551-1B1D-4A77-A019-BBEE43D3A318}" destId="{2CE1C545-78E0-47B5-8C72-53A9EE24CD60}" srcOrd="0" destOrd="0" presId="urn:microsoft.com/office/officeart/2005/8/layout/hierarchy2"/>
    <dgm:cxn modelId="{D3CE4D49-3B88-498A-9583-1EE77463EBBC}" type="presParOf" srcId="{9101B551-1B1D-4A77-A019-BBEE43D3A318}" destId="{F811D60C-AF2A-4807-93C3-7732DE610F21}" srcOrd="1" destOrd="0" presId="urn:microsoft.com/office/officeart/2005/8/layout/hierarchy2"/>
    <dgm:cxn modelId="{08ECBD3E-5FE2-46AE-8787-8E3DF0CD5D21}" type="presParOf" srcId="{8F76A44D-3E95-4BEE-A6A2-B19DE39C4CC8}" destId="{37DFA971-3BDD-4614-B3F4-FCCCA928E801}" srcOrd="2" destOrd="0" presId="urn:microsoft.com/office/officeart/2005/8/layout/hierarchy2"/>
    <dgm:cxn modelId="{42689DC9-C479-4F12-AD50-B2C863E21266}" type="presParOf" srcId="{37DFA971-3BDD-4614-B3F4-FCCCA928E801}" destId="{2ED7A92A-530E-424D-81D7-0ABA1FBF8E80}" srcOrd="0" destOrd="0" presId="urn:microsoft.com/office/officeart/2005/8/layout/hierarchy2"/>
    <dgm:cxn modelId="{17FC4D70-D5A0-423F-94DB-51C4DA371380}" type="presParOf" srcId="{8F76A44D-3E95-4BEE-A6A2-B19DE39C4CC8}" destId="{E5225CE1-2F09-4369-9607-0D669EBA8068}" srcOrd="3" destOrd="0" presId="urn:microsoft.com/office/officeart/2005/8/layout/hierarchy2"/>
    <dgm:cxn modelId="{0D3B4381-2E16-4D54-BD26-F25EF671C935}" type="presParOf" srcId="{E5225CE1-2F09-4369-9607-0D669EBA8068}" destId="{250F3298-E4AA-4904-A12B-AAC232EBAA5C}" srcOrd="0" destOrd="0" presId="urn:microsoft.com/office/officeart/2005/8/layout/hierarchy2"/>
    <dgm:cxn modelId="{5AEB8964-7E7C-4558-9685-F6C5B832D8C0}" type="presParOf" srcId="{E5225CE1-2F09-4369-9607-0D669EBA8068}" destId="{BFED8BB7-D33D-472F-9935-70CC83B2F037}" srcOrd="1" destOrd="0" presId="urn:microsoft.com/office/officeart/2005/8/layout/hierarchy2"/>
    <dgm:cxn modelId="{BBF624A1-D66F-43F7-AC35-1AFB034CEDF5}" type="presParOf" srcId="{BFED8BB7-D33D-472F-9935-70CC83B2F037}" destId="{500CC38C-370D-4E38-962F-8E689C001DB3}" srcOrd="0" destOrd="0" presId="urn:microsoft.com/office/officeart/2005/8/layout/hierarchy2"/>
    <dgm:cxn modelId="{5BB1B63E-32AC-494D-A52E-76915AA8B5CC}" type="presParOf" srcId="{500CC38C-370D-4E38-962F-8E689C001DB3}" destId="{85D74912-EC50-4B9F-B5C0-FAED0F6C91EF}" srcOrd="0" destOrd="0" presId="urn:microsoft.com/office/officeart/2005/8/layout/hierarchy2"/>
    <dgm:cxn modelId="{0ABBA89C-A9B3-48F9-8AF2-08372A71B49E}" type="presParOf" srcId="{BFED8BB7-D33D-472F-9935-70CC83B2F037}" destId="{00CEF6A7-71FB-4F30-8D68-E51F32B89E83}" srcOrd="1" destOrd="0" presId="urn:microsoft.com/office/officeart/2005/8/layout/hierarchy2"/>
    <dgm:cxn modelId="{D1011323-71C8-4EF3-A4A9-298E68BD5AD1}" type="presParOf" srcId="{00CEF6A7-71FB-4F30-8D68-E51F32B89E83}" destId="{88EDACE5-21AE-4482-B8C7-116CF3A27E99}" srcOrd="0" destOrd="0" presId="urn:microsoft.com/office/officeart/2005/8/layout/hierarchy2"/>
    <dgm:cxn modelId="{1DADDD96-917D-4193-AD3B-B8526849B764}" type="presParOf" srcId="{00CEF6A7-71FB-4F30-8D68-E51F32B89E83}" destId="{80B51281-666C-4AB5-84E9-437113A56E9E}" srcOrd="1" destOrd="0" presId="urn:microsoft.com/office/officeart/2005/8/layout/hierarchy2"/>
    <dgm:cxn modelId="{574D8E7B-B7AD-4369-908C-E90D4F7313C3}" type="presParOf" srcId="{BFED8BB7-D33D-472F-9935-70CC83B2F037}" destId="{5B061652-2171-4D39-8BCD-A835674795F1}" srcOrd="2" destOrd="0" presId="urn:microsoft.com/office/officeart/2005/8/layout/hierarchy2"/>
    <dgm:cxn modelId="{3BCC5753-DACA-437B-AF81-3EFCFF8D3067}" type="presParOf" srcId="{5B061652-2171-4D39-8BCD-A835674795F1}" destId="{5B52B8B1-5A7E-47DC-BFAF-F4C44426EF47}" srcOrd="0" destOrd="0" presId="urn:microsoft.com/office/officeart/2005/8/layout/hierarchy2"/>
    <dgm:cxn modelId="{5E175466-E50F-49D3-AD71-EF758161A093}" type="presParOf" srcId="{BFED8BB7-D33D-472F-9935-70CC83B2F037}" destId="{9501ABE0-7D23-49A4-8799-651C2C2C8E56}" srcOrd="3" destOrd="0" presId="urn:microsoft.com/office/officeart/2005/8/layout/hierarchy2"/>
    <dgm:cxn modelId="{32D199D9-1ACF-4CAC-A5A1-873BD2A99AB3}" type="presParOf" srcId="{9501ABE0-7D23-49A4-8799-651C2C2C8E56}" destId="{11F686DE-25FA-4C6B-B5BD-0426FD435EBF}" srcOrd="0" destOrd="0" presId="urn:microsoft.com/office/officeart/2005/8/layout/hierarchy2"/>
    <dgm:cxn modelId="{183BCD14-29A7-416A-AD8B-2023EF6B387A}" type="presParOf" srcId="{9501ABE0-7D23-49A4-8799-651C2C2C8E56}" destId="{32D9AA0C-B29A-4CDD-BC13-44F570C7D123}" srcOrd="1" destOrd="0" presId="urn:microsoft.com/office/officeart/2005/8/layout/hierarchy2"/>
    <dgm:cxn modelId="{8CB5DD50-332B-45F9-9337-05B7A7269E01}" type="presParOf" srcId="{BFED8BB7-D33D-472F-9935-70CC83B2F037}" destId="{4D73C71E-89F8-46D7-ABCD-94CC477E1629}" srcOrd="4" destOrd="0" presId="urn:microsoft.com/office/officeart/2005/8/layout/hierarchy2"/>
    <dgm:cxn modelId="{7D4A27C2-B2F6-4A5F-9379-558F6F218E2D}" type="presParOf" srcId="{4D73C71E-89F8-46D7-ABCD-94CC477E1629}" destId="{031D1B23-0E26-4678-BE6A-437811C2DF66}" srcOrd="0" destOrd="0" presId="urn:microsoft.com/office/officeart/2005/8/layout/hierarchy2"/>
    <dgm:cxn modelId="{73393D21-0D81-40AE-9F58-AE46B76F1B42}" type="presParOf" srcId="{BFED8BB7-D33D-472F-9935-70CC83B2F037}" destId="{54A643DF-6179-4C93-8A7A-0DD209DD08D7}" srcOrd="5" destOrd="0" presId="urn:microsoft.com/office/officeart/2005/8/layout/hierarchy2"/>
    <dgm:cxn modelId="{ACEC8988-71EF-49FC-9D2F-8A3FC815D04A}" type="presParOf" srcId="{54A643DF-6179-4C93-8A7A-0DD209DD08D7}" destId="{2370C263-D04C-4203-963B-8F5DE028DD68}" srcOrd="0" destOrd="0" presId="urn:microsoft.com/office/officeart/2005/8/layout/hierarchy2"/>
    <dgm:cxn modelId="{6EC9E4B0-97A5-4D27-BB14-C2068AED12D6}" type="presParOf" srcId="{54A643DF-6179-4C93-8A7A-0DD209DD08D7}" destId="{026ADC69-F3F6-473F-9715-C26D88688F3B}" srcOrd="1" destOrd="0" presId="urn:microsoft.com/office/officeart/2005/8/layout/hierarchy2"/>
    <dgm:cxn modelId="{CF24A0FE-C6AB-4E16-B5CB-5C334282A4E6}" type="presParOf" srcId="{BFED8BB7-D33D-472F-9935-70CC83B2F037}" destId="{58F4492D-8348-40AC-AEC6-55C7C3535C7C}" srcOrd="6" destOrd="0" presId="urn:microsoft.com/office/officeart/2005/8/layout/hierarchy2"/>
    <dgm:cxn modelId="{96A46ED6-E0FE-4F6E-B96A-6A560EA4185F}" type="presParOf" srcId="{58F4492D-8348-40AC-AEC6-55C7C3535C7C}" destId="{9B1C92DF-85F9-4E10-9A54-D70B27BED890}" srcOrd="0" destOrd="0" presId="urn:microsoft.com/office/officeart/2005/8/layout/hierarchy2"/>
    <dgm:cxn modelId="{E8E5C1B8-28AE-4745-A1AD-900FB8781747}" type="presParOf" srcId="{BFED8BB7-D33D-472F-9935-70CC83B2F037}" destId="{2CDA1DCB-B9F9-4A50-988C-DD08A9CE3EC9}" srcOrd="7" destOrd="0" presId="urn:microsoft.com/office/officeart/2005/8/layout/hierarchy2"/>
    <dgm:cxn modelId="{1BF70A21-8AE6-445C-866A-74C6764800B9}" type="presParOf" srcId="{2CDA1DCB-B9F9-4A50-988C-DD08A9CE3EC9}" destId="{3E4CFFF9-FD55-47C7-9E6D-F0C6A9412ADB}" srcOrd="0" destOrd="0" presId="urn:microsoft.com/office/officeart/2005/8/layout/hierarchy2"/>
    <dgm:cxn modelId="{9113E14E-E628-4AC0-8CAA-B5A4D5EBF914}"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7D95AB07-D0F7-4D10-8682-A4DBEC8DD21B}" srcId="{3B05B665-67A3-49B9-8B39-9C1EE857274C}" destId="{003EA6EE-58E5-40BF-9EA2-140291096720}" srcOrd="0" destOrd="0" parTransId="{949292E5-5D9F-4BED-BBD5-D5D43417B63B}" sibTransId="{96CC86AB-B719-427D-9B56-92BC9C4FE9D3}"/>
    <dgm:cxn modelId="{7302BE0A-9426-4E4D-A941-C009D01364FA}" type="presOf" srcId="{A09C861D-2DAD-4964-84B8-895DB96D41E1}" destId="{11F686DE-25FA-4C6B-B5BD-0426FD435EBF}" srcOrd="0" destOrd="0" presId="urn:microsoft.com/office/officeart/2005/8/layout/hierarchy2"/>
    <dgm:cxn modelId="{90F2530C-4D9B-4B93-ABBD-10C4200A1537}" type="presOf" srcId="{BE7A866F-FCC5-436D-A2E0-A8A6DF76F8EB}" destId="{4E231741-F076-452D-97E4-5E3BC1C34C63}" srcOrd="1"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90DC8E1B-16E1-438F-A627-01363ECD2564}" srcId="{003EA6EE-58E5-40BF-9EA2-140291096720}" destId="{B134233E-B436-4370-8867-923B23EB229F}" srcOrd="1" destOrd="0" parTransId="{BE7A866F-FCC5-436D-A2E0-A8A6DF76F8EB}" sibTransId="{28A2D2F8-9ECA-46A6-A8B8-E71743D29E16}"/>
    <dgm:cxn modelId="{D1EF571E-AFB1-4538-817C-A9B3DEBF1DF8}" type="presOf" srcId="{FEDD39BA-6E39-47D0-8586-07F39CC8648A}" destId="{4D73C71E-89F8-46D7-ABCD-94CC477E1629}" srcOrd="0" destOrd="0" presId="urn:microsoft.com/office/officeart/2005/8/layout/hierarchy2"/>
    <dgm:cxn modelId="{8D7A643F-C156-45E4-9728-034C634586DC}" type="presOf" srcId="{0143ECBF-D013-4B67-835C-463B22DE9D12}" destId="{15AA3F71-DF63-44F2-A3BA-35AE6A6DBF7D}" srcOrd="0" destOrd="0" presId="urn:microsoft.com/office/officeart/2005/8/layout/hierarchy2"/>
    <dgm:cxn modelId="{CE60685C-20F3-4924-BF28-55AA2806D851}" type="presOf" srcId="{BE7A866F-FCC5-436D-A2E0-A8A6DF76F8EB}" destId="{DF8ACA11-A784-4636-BE9F-ADD52C706CBC}"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BD0B9463-FA10-47C1-9FB1-AB8879A23F16}" type="presOf" srcId="{949292E5-5D9F-4BED-BBD5-D5D43417B63B}" destId="{CBB3C906-6C8E-43D0-A349-5CBA1BD5A1B2}" srcOrd="1" destOrd="0" presId="urn:microsoft.com/office/officeart/2005/8/layout/hierarchy2"/>
    <dgm:cxn modelId="{06CCB069-282F-4153-9A7F-281268CF336B}" type="presOf" srcId="{FEDD39BA-6E39-47D0-8586-07F39CC8648A}" destId="{031D1B23-0E26-4678-BE6A-437811C2DF66}" srcOrd="1" destOrd="0" presId="urn:microsoft.com/office/officeart/2005/8/layout/hierarchy2"/>
    <dgm:cxn modelId="{A8381E6B-7017-451B-AE8A-534D93BDD2CF}" type="presOf" srcId="{B70532A7-D3DA-4B84-B3F6-1A2B4861FC82}" destId="{5B52B8B1-5A7E-47DC-BFAF-F4C44426EF47}" srcOrd="1"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0C02B470-A703-4A06-B9EC-F19D6BC6438D}" type="presOf" srcId="{191770CA-EAB0-484A-8FFB-8F7DA062CE62}" destId="{250F3298-E4AA-4904-A12B-AAC232EBAA5C}" srcOrd="0" destOrd="0" presId="urn:microsoft.com/office/officeart/2005/8/layout/hierarchy2"/>
    <dgm:cxn modelId="{A3DC1372-A33E-431E-A27D-19D062E272C9}" type="presOf" srcId="{3B05B665-67A3-49B9-8B39-9C1EE857274C}" destId="{751A64B2-AA1B-4610-90F2-2585F0A6A46F}" srcOrd="0" destOrd="0" presId="urn:microsoft.com/office/officeart/2005/8/layout/hierarchy2"/>
    <dgm:cxn modelId="{8E5EB755-8E43-4F3B-A262-83359C90B1A4}" type="presOf" srcId="{2AD198EF-5E35-4DCE-8157-F6F2E2783276}" destId="{88EDACE5-21AE-4482-B8C7-116CF3A27E99}" srcOrd="0" destOrd="0" presId="urn:microsoft.com/office/officeart/2005/8/layout/hierarchy2"/>
    <dgm:cxn modelId="{87974A78-E81A-4299-AA07-AE7C84A8D68A}" type="presOf" srcId="{993E109E-C8C8-46D8-B666-173B14BC2FD7}" destId="{3E4CFFF9-FD55-47C7-9E6D-F0C6A9412ADB}" srcOrd="0" destOrd="0" presId="urn:microsoft.com/office/officeart/2005/8/layout/hierarchy2"/>
    <dgm:cxn modelId="{551F0E7A-9DC5-4E02-8562-A9CC9B69909F}" type="presOf" srcId="{0969A4AF-FC06-4FD3-8A4B-F1026C3F433B}" destId="{37DFA971-3BDD-4614-B3F4-FCCCA928E801}" srcOrd="0" destOrd="0" presId="urn:microsoft.com/office/officeart/2005/8/layout/hierarchy2"/>
    <dgm:cxn modelId="{1BB13B5A-E67B-4078-9C47-B674CC782EDC}" type="presOf" srcId="{B2BE598A-CF53-4EAD-958F-AC3942F42736}" destId="{85D74912-EC50-4B9F-B5C0-FAED0F6C91EF}" srcOrd="1"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79EAD37B-ECDC-4B03-8A2C-8DD55B2038CB}" type="presOf" srcId="{003EA6EE-58E5-40BF-9EA2-140291096720}" destId="{CD21181F-0FF4-4082-92C6-4A9B73A74EDB}" srcOrd="0" destOrd="0" presId="urn:microsoft.com/office/officeart/2005/8/layout/hierarchy2"/>
    <dgm:cxn modelId="{E2820889-5B51-4740-9A4B-20BD65D95B92}" type="presOf" srcId="{B70532A7-D3DA-4B84-B3F6-1A2B4861FC82}" destId="{5B061652-2171-4D39-8BCD-A835674795F1}" srcOrd="0" destOrd="0" presId="urn:microsoft.com/office/officeart/2005/8/layout/hierarchy2"/>
    <dgm:cxn modelId="{8070BD90-0E18-4FE9-9FED-73FFF63565C8}" type="presOf" srcId="{432DCC30-3D30-4766-AE5A-DDA1E8E1C694}" destId="{22C8D88C-9200-449A-95CA-C6C951FF9EFA}" srcOrd="0" destOrd="0" presId="urn:microsoft.com/office/officeart/2005/8/layout/hierarchy2"/>
    <dgm:cxn modelId="{9F25EC92-EA01-4B62-9382-65B2C88426CB}" type="presOf" srcId="{38E3F61A-3AE0-4155-B92C-9E8FDC31F5E1}" destId="{9B1C92DF-85F9-4E10-9A54-D70B27BED890}" srcOrd="1"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83AC1AA0-B19C-4D2E-9509-26EF429DC45F}" type="presOf" srcId="{0969A4AF-FC06-4FD3-8A4B-F1026C3F433B}" destId="{2ED7A92A-530E-424D-81D7-0ABA1FBF8E80}" srcOrd="1" destOrd="0" presId="urn:microsoft.com/office/officeart/2005/8/layout/hierarchy2"/>
    <dgm:cxn modelId="{C807FFAF-44D5-4E92-AC47-5386BEA13C86}" type="presOf" srcId="{949292E5-5D9F-4BED-BBD5-D5D43417B63B}" destId="{27E9DFBA-38D9-4890-81CD-E6DD6F1BD76C}" srcOrd="0" destOrd="0" presId="urn:microsoft.com/office/officeart/2005/8/layout/hierarchy2"/>
    <dgm:cxn modelId="{326AA3B8-811C-41D9-B8B4-63D2B4687905}" type="presOf" srcId="{B2BE598A-CF53-4EAD-958F-AC3942F42736}" destId="{500CC38C-370D-4E38-962F-8E689C001DB3}" srcOrd="0" destOrd="0" presId="urn:microsoft.com/office/officeart/2005/8/layout/hierarchy2"/>
    <dgm:cxn modelId="{9B4D09BA-9B15-45EA-807E-F1F349897C5E}" type="presOf" srcId="{38E3F61A-3AE0-4155-B92C-9E8FDC31F5E1}" destId="{58F4492D-8348-40AC-AEC6-55C7C3535C7C}" srcOrd="0"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4B39A0C6-5901-4D1B-8AA1-954218BC3892}" type="presOf" srcId="{2AA71D22-D60D-4322-B69D-1EBB711EFDD8}" destId="{2370C263-D04C-4203-963B-8F5DE028DD68}" srcOrd="0" destOrd="0" presId="urn:microsoft.com/office/officeart/2005/8/layout/hierarchy2"/>
    <dgm:cxn modelId="{51B49CDE-0D92-4165-93E4-493FC9E62122}" type="presOf" srcId="{75F56602-1F81-43B8-8FF4-6B603C2B9FA0}" destId="{2BD46A2F-C42F-406A-9A1B-2C52C3E69199}" srcOrd="0" destOrd="0" presId="urn:microsoft.com/office/officeart/2005/8/layout/hierarchy2"/>
    <dgm:cxn modelId="{6A38A1E0-779B-4529-9454-0284A0A55116}" type="presOf" srcId="{432DCC30-3D30-4766-AE5A-DDA1E8E1C694}" destId="{D7C91FB9-804C-419F-A840-60C1222CFEF0}" srcOrd="1"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380570F5-0730-47B1-AE73-593FCBC60543}" type="presOf" srcId="{B134233E-B436-4370-8867-923B23EB229F}" destId="{2CE1C545-78E0-47B5-8C72-53A9EE24CD60}" srcOrd="0" destOrd="0" presId="urn:microsoft.com/office/officeart/2005/8/layout/hierarchy2"/>
    <dgm:cxn modelId="{A7944DAD-3E26-4865-8F61-10536FC5DCE4}" type="presParOf" srcId="{2BD46A2F-C42F-406A-9A1B-2C52C3E69199}" destId="{64CF4588-342D-431F-BAAB-0FED7C7B9B22}" srcOrd="0" destOrd="0" presId="urn:microsoft.com/office/officeart/2005/8/layout/hierarchy2"/>
    <dgm:cxn modelId="{F362AD15-1D5A-42E6-99A4-069412FD3988}" type="presParOf" srcId="{64CF4588-342D-431F-BAAB-0FED7C7B9B22}" destId="{751A64B2-AA1B-4610-90F2-2585F0A6A46F}" srcOrd="0" destOrd="0" presId="urn:microsoft.com/office/officeart/2005/8/layout/hierarchy2"/>
    <dgm:cxn modelId="{F393EB09-869D-4572-B99E-895E5BBFA02B}" type="presParOf" srcId="{64CF4588-342D-431F-BAAB-0FED7C7B9B22}" destId="{8F76A44D-3E95-4BEE-A6A2-B19DE39C4CC8}" srcOrd="1" destOrd="0" presId="urn:microsoft.com/office/officeart/2005/8/layout/hierarchy2"/>
    <dgm:cxn modelId="{A0CB2E21-50AD-40CB-8A6C-FC0FF0D4C5DA}" type="presParOf" srcId="{8F76A44D-3E95-4BEE-A6A2-B19DE39C4CC8}" destId="{27E9DFBA-38D9-4890-81CD-E6DD6F1BD76C}" srcOrd="0" destOrd="0" presId="urn:microsoft.com/office/officeart/2005/8/layout/hierarchy2"/>
    <dgm:cxn modelId="{3060C089-2CB4-476D-A2B5-E30F916BEEB9}" type="presParOf" srcId="{27E9DFBA-38D9-4890-81CD-E6DD6F1BD76C}" destId="{CBB3C906-6C8E-43D0-A349-5CBA1BD5A1B2}" srcOrd="0" destOrd="0" presId="urn:microsoft.com/office/officeart/2005/8/layout/hierarchy2"/>
    <dgm:cxn modelId="{BB6D030B-7C6C-459E-8921-8D2475172E9D}" type="presParOf" srcId="{8F76A44D-3E95-4BEE-A6A2-B19DE39C4CC8}" destId="{16C6700E-9EBB-48A6-AFAB-3DD87471C1C2}" srcOrd="1" destOrd="0" presId="urn:microsoft.com/office/officeart/2005/8/layout/hierarchy2"/>
    <dgm:cxn modelId="{D43AF728-E9B1-43CE-BC71-663184D38973}" type="presParOf" srcId="{16C6700E-9EBB-48A6-AFAB-3DD87471C1C2}" destId="{CD21181F-0FF4-4082-92C6-4A9B73A74EDB}" srcOrd="0" destOrd="0" presId="urn:microsoft.com/office/officeart/2005/8/layout/hierarchy2"/>
    <dgm:cxn modelId="{C271A6D0-4353-4E2F-87CB-599FD1D2615D}" type="presParOf" srcId="{16C6700E-9EBB-48A6-AFAB-3DD87471C1C2}" destId="{F1DFB375-DAC6-4FF8-91DE-BC0637159726}" srcOrd="1" destOrd="0" presId="urn:microsoft.com/office/officeart/2005/8/layout/hierarchy2"/>
    <dgm:cxn modelId="{D24AF99D-EB9D-4880-815C-3EB896FA576A}" type="presParOf" srcId="{F1DFB375-DAC6-4FF8-91DE-BC0637159726}" destId="{22C8D88C-9200-449A-95CA-C6C951FF9EFA}" srcOrd="0" destOrd="0" presId="urn:microsoft.com/office/officeart/2005/8/layout/hierarchy2"/>
    <dgm:cxn modelId="{57733223-FD80-49B7-9C6B-DBC158924B52}" type="presParOf" srcId="{22C8D88C-9200-449A-95CA-C6C951FF9EFA}" destId="{D7C91FB9-804C-419F-A840-60C1222CFEF0}" srcOrd="0" destOrd="0" presId="urn:microsoft.com/office/officeart/2005/8/layout/hierarchy2"/>
    <dgm:cxn modelId="{B7C08326-1D24-4E4C-BD4F-4C3992ED4B01}" type="presParOf" srcId="{F1DFB375-DAC6-4FF8-91DE-BC0637159726}" destId="{6F13C50F-5A4A-42FF-8D18-6257C655505C}" srcOrd="1" destOrd="0" presId="urn:microsoft.com/office/officeart/2005/8/layout/hierarchy2"/>
    <dgm:cxn modelId="{D3645BD9-2A96-4D38-B026-195AD68466DE}" type="presParOf" srcId="{6F13C50F-5A4A-42FF-8D18-6257C655505C}" destId="{15AA3F71-DF63-44F2-A3BA-35AE6A6DBF7D}" srcOrd="0" destOrd="0" presId="urn:microsoft.com/office/officeart/2005/8/layout/hierarchy2"/>
    <dgm:cxn modelId="{45EB77EA-69BD-403C-88B8-0A378381EA5C}" type="presParOf" srcId="{6F13C50F-5A4A-42FF-8D18-6257C655505C}" destId="{230A0D65-0855-402C-9DCF-6B08869A5139}" srcOrd="1" destOrd="0" presId="urn:microsoft.com/office/officeart/2005/8/layout/hierarchy2"/>
    <dgm:cxn modelId="{B39ED161-4C07-4D59-A8B3-F86617C3D706}" type="presParOf" srcId="{F1DFB375-DAC6-4FF8-91DE-BC0637159726}" destId="{DF8ACA11-A784-4636-BE9F-ADD52C706CBC}" srcOrd="2" destOrd="0" presId="urn:microsoft.com/office/officeart/2005/8/layout/hierarchy2"/>
    <dgm:cxn modelId="{D91AE0D4-4BBB-458A-A035-F6B1CB37E7CD}" type="presParOf" srcId="{DF8ACA11-A784-4636-BE9F-ADD52C706CBC}" destId="{4E231741-F076-452D-97E4-5E3BC1C34C63}" srcOrd="0" destOrd="0" presId="urn:microsoft.com/office/officeart/2005/8/layout/hierarchy2"/>
    <dgm:cxn modelId="{7B6A9331-E177-4E8C-BBBF-59261C4DC8F6}" type="presParOf" srcId="{F1DFB375-DAC6-4FF8-91DE-BC0637159726}" destId="{9101B551-1B1D-4A77-A019-BBEE43D3A318}" srcOrd="3" destOrd="0" presId="urn:microsoft.com/office/officeart/2005/8/layout/hierarchy2"/>
    <dgm:cxn modelId="{83E8CC6F-143B-4CF2-A394-F4F2288E7F08}" type="presParOf" srcId="{9101B551-1B1D-4A77-A019-BBEE43D3A318}" destId="{2CE1C545-78E0-47B5-8C72-53A9EE24CD60}" srcOrd="0" destOrd="0" presId="urn:microsoft.com/office/officeart/2005/8/layout/hierarchy2"/>
    <dgm:cxn modelId="{A5B67278-3A8A-4301-AE28-364C95007D2A}" type="presParOf" srcId="{9101B551-1B1D-4A77-A019-BBEE43D3A318}" destId="{F811D60C-AF2A-4807-93C3-7732DE610F21}" srcOrd="1" destOrd="0" presId="urn:microsoft.com/office/officeart/2005/8/layout/hierarchy2"/>
    <dgm:cxn modelId="{2A8273FA-24E7-4AD2-9607-98F88E3AE3E4}" type="presParOf" srcId="{8F76A44D-3E95-4BEE-A6A2-B19DE39C4CC8}" destId="{37DFA971-3BDD-4614-B3F4-FCCCA928E801}" srcOrd="2" destOrd="0" presId="urn:microsoft.com/office/officeart/2005/8/layout/hierarchy2"/>
    <dgm:cxn modelId="{E7727BB1-DB01-4AEE-AB0F-93BBA917678D}" type="presParOf" srcId="{37DFA971-3BDD-4614-B3F4-FCCCA928E801}" destId="{2ED7A92A-530E-424D-81D7-0ABA1FBF8E80}" srcOrd="0" destOrd="0" presId="urn:microsoft.com/office/officeart/2005/8/layout/hierarchy2"/>
    <dgm:cxn modelId="{2D0BCEF1-C4BE-423C-BB1F-AFA4E322BBA9}" type="presParOf" srcId="{8F76A44D-3E95-4BEE-A6A2-B19DE39C4CC8}" destId="{E5225CE1-2F09-4369-9607-0D669EBA8068}" srcOrd="3" destOrd="0" presId="urn:microsoft.com/office/officeart/2005/8/layout/hierarchy2"/>
    <dgm:cxn modelId="{D05CA3C1-8E9B-4C64-B8C4-0504333893C8}" type="presParOf" srcId="{E5225CE1-2F09-4369-9607-0D669EBA8068}" destId="{250F3298-E4AA-4904-A12B-AAC232EBAA5C}" srcOrd="0" destOrd="0" presId="urn:microsoft.com/office/officeart/2005/8/layout/hierarchy2"/>
    <dgm:cxn modelId="{7C7CEAFF-2DF3-40C9-84C2-CCB00607A1A4}" type="presParOf" srcId="{E5225CE1-2F09-4369-9607-0D669EBA8068}" destId="{BFED8BB7-D33D-472F-9935-70CC83B2F037}" srcOrd="1" destOrd="0" presId="urn:microsoft.com/office/officeart/2005/8/layout/hierarchy2"/>
    <dgm:cxn modelId="{4CC5BA2A-55EF-4D0F-AC80-DEC5BD7B72D0}" type="presParOf" srcId="{BFED8BB7-D33D-472F-9935-70CC83B2F037}" destId="{500CC38C-370D-4E38-962F-8E689C001DB3}" srcOrd="0" destOrd="0" presId="urn:microsoft.com/office/officeart/2005/8/layout/hierarchy2"/>
    <dgm:cxn modelId="{3F3FE45F-FECD-40E0-AB9F-C5D024B6895C}" type="presParOf" srcId="{500CC38C-370D-4E38-962F-8E689C001DB3}" destId="{85D74912-EC50-4B9F-B5C0-FAED0F6C91EF}" srcOrd="0" destOrd="0" presId="urn:microsoft.com/office/officeart/2005/8/layout/hierarchy2"/>
    <dgm:cxn modelId="{F41EED33-FD5C-4478-9A1D-36720D72EF3B}" type="presParOf" srcId="{BFED8BB7-D33D-472F-9935-70CC83B2F037}" destId="{00CEF6A7-71FB-4F30-8D68-E51F32B89E83}" srcOrd="1" destOrd="0" presId="urn:microsoft.com/office/officeart/2005/8/layout/hierarchy2"/>
    <dgm:cxn modelId="{1AAE80B5-FF54-42C1-A0FE-20D304E597E1}" type="presParOf" srcId="{00CEF6A7-71FB-4F30-8D68-E51F32B89E83}" destId="{88EDACE5-21AE-4482-B8C7-116CF3A27E99}" srcOrd="0" destOrd="0" presId="urn:microsoft.com/office/officeart/2005/8/layout/hierarchy2"/>
    <dgm:cxn modelId="{B6AF7FD3-67CD-467C-BB76-4D0163EE41C7}" type="presParOf" srcId="{00CEF6A7-71FB-4F30-8D68-E51F32B89E83}" destId="{80B51281-666C-4AB5-84E9-437113A56E9E}" srcOrd="1" destOrd="0" presId="urn:microsoft.com/office/officeart/2005/8/layout/hierarchy2"/>
    <dgm:cxn modelId="{6C0D7497-3B3F-4064-8ED1-CE79EC0BE3EC}" type="presParOf" srcId="{BFED8BB7-D33D-472F-9935-70CC83B2F037}" destId="{5B061652-2171-4D39-8BCD-A835674795F1}" srcOrd="2" destOrd="0" presId="urn:microsoft.com/office/officeart/2005/8/layout/hierarchy2"/>
    <dgm:cxn modelId="{6BE729C1-47C6-4C0B-AD99-6DF4BD6A6E2F}" type="presParOf" srcId="{5B061652-2171-4D39-8BCD-A835674795F1}" destId="{5B52B8B1-5A7E-47DC-BFAF-F4C44426EF47}" srcOrd="0" destOrd="0" presId="urn:microsoft.com/office/officeart/2005/8/layout/hierarchy2"/>
    <dgm:cxn modelId="{A9D195C5-2B88-4776-90F8-38CAE057AF4C}" type="presParOf" srcId="{BFED8BB7-D33D-472F-9935-70CC83B2F037}" destId="{9501ABE0-7D23-49A4-8799-651C2C2C8E56}" srcOrd="3" destOrd="0" presId="urn:microsoft.com/office/officeart/2005/8/layout/hierarchy2"/>
    <dgm:cxn modelId="{1B35B67B-81D0-4629-8D17-56A3480FCB91}" type="presParOf" srcId="{9501ABE0-7D23-49A4-8799-651C2C2C8E56}" destId="{11F686DE-25FA-4C6B-B5BD-0426FD435EBF}" srcOrd="0" destOrd="0" presId="urn:microsoft.com/office/officeart/2005/8/layout/hierarchy2"/>
    <dgm:cxn modelId="{235CB3A9-E2AA-4360-869E-1F905C7867E3}" type="presParOf" srcId="{9501ABE0-7D23-49A4-8799-651C2C2C8E56}" destId="{32D9AA0C-B29A-4CDD-BC13-44F570C7D123}" srcOrd="1" destOrd="0" presId="urn:microsoft.com/office/officeart/2005/8/layout/hierarchy2"/>
    <dgm:cxn modelId="{662D9D6B-180D-43C1-B190-6957BEA29D5B}" type="presParOf" srcId="{BFED8BB7-D33D-472F-9935-70CC83B2F037}" destId="{4D73C71E-89F8-46D7-ABCD-94CC477E1629}" srcOrd="4" destOrd="0" presId="urn:microsoft.com/office/officeart/2005/8/layout/hierarchy2"/>
    <dgm:cxn modelId="{53FBAB40-FC00-44E8-84E2-DFAEE534198E}" type="presParOf" srcId="{4D73C71E-89F8-46D7-ABCD-94CC477E1629}" destId="{031D1B23-0E26-4678-BE6A-437811C2DF66}" srcOrd="0" destOrd="0" presId="urn:microsoft.com/office/officeart/2005/8/layout/hierarchy2"/>
    <dgm:cxn modelId="{CB38A1C0-2DE8-49C6-B976-CBBD675421EE}" type="presParOf" srcId="{BFED8BB7-D33D-472F-9935-70CC83B2F037}" destId="{54A643DF-6179-4C93-8A7A-0DD209DD08D7}" srcOrd="5" destOrd="0" presId="urn:microsoft.com/office/officeart/2005/8/layout/hierarchy2"/>
    <dgm:cxn modelId="{38F73A70-DD31-4226-9457-44E9E0294EA4}" type="presParOf" srcId="{54A643DF-6179-4C93-8A7A-0DD209DD08D7}" destId="{2370C263-D04C-4203-963B-8F5DE028DD68}" srcOrd="0" destOrd="0" presId="urn:microsoft.com/office/officeart/2005/8/layout/hierarchy2"/>
    <dgm:cxn modelId="{C6AD5799-2C75-49CE-A70C-16AF5B1C31A2}" type="presParOf" srcId="{54A643DF-6179-4C93-8A7A-0DD209DD08D7}" destId="{026ADC69-F3F6-473F-9715-C26D88688F3B}" srcOrd="1" destOrd="0" presId="urn:microsoft.com/office/officeart/2005/8/layout/hierarchy2"/>
    <dgm:cxn modelId="{C9BEA168-3152-4A24-9347-EB47FC22175D}" type="presParOf" srcId="{BFED8BB7-D33D-472F-9935-70CC83B2F037}" destId="{58F4492D-8348-40AC-AEC6-55C7C3535C7C}" srcOrd="6" destOrd="0" presId="urn:microsoft.com/office/officeart/2005/8/layout/hierarchy2"/>
    <dgm:cxn modelId="{AD46E3E1-663F-4937-92B0-FBA80C1B04BE}" type="presParOf" srcId="{58F4492D-8348-40AC-AEC6-55C7C3535C7C}" destId="{9B1C92DF-85F9-4E10-9A54-D70B27BED890}" srcOrd="0" destOrd="0" presId="urn:microsoft.com/office/officeart/2005/8/layout/hierarchy2"/>
    <dgm:cxn modelId="{A90C1305-CF44-485C-9A51-18D0778A52DB}" type="presParOf" srcId="{BFED8BB7-D33D-472F-9935-70CC83B2F037}" destId="{2CDA1DCB-B9F9-4A50-988C-DD08A9CE3EC9}" srcOrd="7" destOrd="0" presId="urn:microsoft.com/office/officeart/2005/8/layout/hierarchy2"/>
    <dgm:cxn modelId="{FC3A17B4-6E23-4B65-9E95-67486E6A154B}" type="presParOf" srcId="{2CDA1DCB-B9F9-4A50-988C-DD08A9CE3EC9}" destId="{3E4CFFF9-FD55-47C7-9E6D-F0C6A9412ADB}" srcOrd="0" destOrd="0" presId="urn:microsoft.com/office/officeart/2005/8/layout/hierarchy2"/>
    <dgm:cxn modelId="{1F68895F-FD10-4F1C-A734-E666F00EA7EB}"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5FDBA905-16A6-4CE7-8129-63F8A9631B5A}" type="presOf" srcId="{B2BE598A-CF53-4EAD-958F-AC3942F42736}" destId="{85D74912-EC50-4B9F-B5C0-FAED0F6C91EF}" srcOrd="1" destOrd="0" presId="urn:microsoft.com/office/officeart/2005/8/layout/hierarchy2"/>
    <dgm:cxn modelId="{7D95AB07-D0F7-4D10-8682-A4DBEC8DD21B}" srcId="{3B05B665-67A3-49B9-8B39-9C1EE857274C}" destId="{003EA6EE-58E5-40BF-9EA2-140291096720}" srcOrd="0" destOrd="0" parTransId="{949292E5-5D9F-4BED-BBD5-D5D43417B63B}" sibTransId="{96CC86AB-B719-427D-9B56-92BC9C4FE9D3}"/>
    <dgm:cxn modelId="{64FB330E-1438-47C7-8D33-C582F3A3DD7E}" type="presOf" srcId="{0969A4AF-FC06-4FD3-8A4B-F1026C3F433B}" destId="{2ED7A92A-530E-424D-81D7-0ABA1FBF8E80}" srcOrd="1"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C9280317-9DC4-471E-8415-8D6007282657}" type="presOf" srcId="{BE7A866F-FCC5-436D-A2E0-A8A6DF76F8EB}" destId="{4E231741-F076-452D-97E4-5E3BC1C34C63}" srcOrd="1" destOrd="0" presId="urn:microsoft.com/office/officeart/2005/8/layout/hierarchy2"/>
    <dgm:cxn modelId="{90DC8E1B-16E1-438F-A627-01363ECD2564}" srcId="{003EA6EE-58E5-40BF-9EA2-140291096720}" destId="{B134233E-B436-4370-8867-923B23EB229F}" srcOrd="1" destOrd="0" parTransId="{BE7A866F-FCC5-436D-A2E0-A8A6DF76F8EB}" sibTransId="{28A2D2F8-9ECA-46A6-A8B8-E71743D29E16}"/>
    <dgm:cxn modelId="{EBFFD51C-8F9E-4CC4-8F90-35F65E416B7B}" type="presOf" srcId="{0969A4AF-FC06-4FD3-8A4B-F1026C3F433B}" destId="{37DFA971-3BDD-4614-B3F4-FCCCA928E801}" srcOrd="0" destOrd="0" presId="urn:microsoft.com/office/officeart/2005/8/layout/hierarchy2"/>
    <dgm:cxn modelId="{2BAF351D-A223-43A9-8F06-1F760641D2B6}" type="presOf" srcId="{B70532A7-D3DA-4B84-B3F6-1A2B4861FC82}" destId="{5B52B8B1-5A7E-47DC-BFAF-F4C44426EF47}" srcOrd="1" destOrd="0" presId="urn:microsoft.com/office/officeart/2005/8/layout/hierarchy2"/>
    <dgm:cxn modelId="{65FC7C26-D3AA-4016-875D-C5ECC97739CE}" type="presOf" srcId="{993E109E-C8C8-46D8-B666-173B14BC2FD7}" destId="{3E4CFFF9-FD55-47C7-9E6D-F0C6A9412ADB}" srcOrd="0" destOrd="0" presId="urn:microsoft.com/office/officeart/2005/8/layout/hierarchy2"/>
    <dgm:cxn modelId="{A4B81127-524C-4678-88FE-7C2FCE57D54E}" type="presOf" srcId="{3B05B665-67A3-49B9-8B39-9C1EE857274C}" destId="{751A64B2-AA1B-4610-90F2-2585F0A6A46F}" srcOrd="0" destOrd="0" presId="urn:microsoft.com/office/officeart/2005/8/layout/hierarchy2"/>
    <dgm:cxn modelId="{A5FF9C27-6EA0-42D6-86B4-AA20E3718CF7}" type="presOf" srcId="{2AD198EF-5E35-4DCE-8157-F6F2E2783276}" destId="{88EDACE5-21AE-4482-B8C7-116CF3A27E99}" srcOrd="0" destOrd="0" presId="urn:microsoft.com/office/officeart/2005/8/layout/hierarchy2"/>
    <dgm:cxn modelId="{4517BF30-21E0-4E30-BC1C-D3753C75B6CD}" type="presOf" srcId="{38E3F61A-3AE0-4155-B92C-9E8FDC31F5E1}" destId="{9B1C92DF-85F9-4E10-9A54-D70B27BED890}" srcOrd="1" destOrd="0" presId="urn:microsoft.com/office/officeart/2005/8/layout/hierarchy2"/>
    <dgm:cxn modelId="{8A9AE33B-57F9-45A5-9276-EFC9058728E5}" type="presOf" srcId="{949292E5-5D9F-4BED-BBD5-D5D43417B63B}" destId="{27E9DFBA-38D9-4890-81CD-E6DD6F1BD76C}"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8D720E46-6CD9-4422-97FB-291311C4B500}" type="presOf" srcId="{FEDD39BA-6E39-47D0-8586-07F39CC8648A}" destId="{031D1B23-0E26-4678-BE6A-437811C2DF66}" srcOrd="1" destOrd="0" presId="urn:microsoft.com/office/officeart/2005/8/layout/hierarchy2"/>
    <dgm:cxn modelId="{3A94BD67-F1EB-49B0-B214-46C3E8121411}" type="presOf" srcId="{003EA6EE-58E5-40BF-9EA2-140291096720}" destId="{CD21181F-0FF4-4082-92C6-4A9B73A74EDB}" srcOrd="0" destOrd="0" presId="urn:microsoft.com/office/officeart/2005/8/layout/hierarchy2"/>
    <dgm:cxn modelId="{1D424F4A-67E1-493E-B2BC-D64722C7DC12}" type="presOf" srcId="{B2BE598A-CF53-4EAD-958F-AC3942F42736}" destId="{500CC38C-370D-4E38-962F-8E689C001DB3}" srcOrd="0" destOrd="0" presId="urn:microsoft.com/office/officeart/2005/8/layout/hierarchy2"/>
    <dgm:cxn modelId="{CE0A7C4B-EC74-423C-B32D-6184037088F0}" type="presOf" srcId="{B134233E-B436-4370-8867-923B23EB229F}" destId="{2CE1C545-78E0-47B5-8C72-53A9EE24CD60}" srcOrd="0"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97066B4E-1005-48E3-92D3-762CB3341F1E}" type="presOf" srcId="{B70532A7-D3DA-4B84-B3F6-1A2B4861FC82}" destId="{5B061652-2171-4D39-8BCD-A835674795F1}" srcOrd="0"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93177C80-64CC-4978-83EC-EEE4C12557FE}" type="presOf" srcId="{BE7A866F-FCC5-436D-A2E0-A8A6DF76F8EB}" destId="{DF8ACA11-A784-4636-BE9F-ADD52C706CBC}" srcOrd="0" destOrd="0" presId="urn:microsoft.com/office/officeart/2005/8/layout/hierarchy2"/>
    <dgm:cxn modelId="{3B825A85-C936-40B1-8008-0DD56A757A3B}" type="presOf" srcId="{432DCC30-3D30-4766-AE5A-DDA1E8E1C694}" destId="{D7C91FB9-804C-419F-A840-60C1222CFEF0}" srcOrd="1" destOrd="0" presId="urn:microsoft.com/office/officeart/2005/8/layout/hierarchy2"/>
    <dgm:cxn modelId="{9CD4E287-F2B1-4B36-AFB8-D3CBA7BF4400}" type="presOf" srcId="{38E3F61A-3AE0-4155-B92C-9E8FDC31F5E1}" destId="{58F4492D-8348-40AC-AEC6-55C7C3535C7C}" srcOrd="0" destOrd="0" presId="urn:microsoft.com/office/officeart/2005/8/layout/hierarchy2"/>
    <dgm:cxn modelId="{E0162C91-43E1-4597-B179-8365B4379B40}" type="presOf" srcId="{0143ECBF-D013-4B67-835C-463B22DE9D12}" destId="{15AA3F71-DF63-44F2-A3BA-35AE6A6DBF7D}" srcOrd="0"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74EBDE99-6453-4415-AC3A-F2A309ED3E4F}" type="presOf" srcId="{432DCC30-3D30-4766-AE5A-DDA1E8E1C694}" destId="{22C8D88C-9200-449A-95CA-C6C951FF9EFA}" srcOrd="0" destOrd="0" presId="urn:microsoft.com/office/officeart/2005/8/layout/hierarchy2"/>
    <dgm:cxn modelId="{3F715AA4-F994-4939-985B-AA8F48DCE99F}" type="presOf" srcId="{191770CA-EAB0-484A-8FFB-8F7DA062CE62}" destId="{250F3298-E4AA-4904-A12B-AAC232EBAA5C}" srcOrd="0" destOrd="0" presId="urn:microsoft.com/office/officeart/2005/8/layout/hierarchy2"/>
    <dgm:cxn modelId="{853B40BD-CFAA-400A-972D-40DEEFF4CBB6}" type="presOf" srcId="{FEDD39BA-6E39-47D0-8586-07F39CC8648A}" destId="{4D73C71E-89F8-46D7-ABCD-94CC477E1629}" srcOrd="0"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DE8296C3-C5F3-4104-B1D4-1118D4CFFA51}" type="presOf" srcId="{75F56602-1F81-43B8-8FF4-6B603C2B9FA0}" destId="{2BD46A2F-C42F-406A-9A1B-2C52C3E69199}" srcOrd="0" destOrd="0" presId="urn:microsoft.com/office/officeart/2005/8/layout/hierarchy2"/>
    <dgm:cxn modelId="{6BF8A3C8-0513-4289-97E7-3F2154B2031A}" type="presOf" srcId="{A09C861D-2DAD-4964-84B8-895DB96D41E1}" destId="{11F686DE-25FA-4C6B-B5BD-0426FD435EBF}" srcOrd="0" destOrd="0" presId="urn:microsoft.com/office/officeart/2005/8/layout/hierarchy2"/>
    <dgm:cxn modelId="{471D48E5-9F5B-48C7-A5BA-8172C57E8D56}" type="presOf" srcId="{2AA71D22-D60D-4322-B69D-1EBB711EFDD8}" destId="{2370C263-D04C-4203-963B-8F5DE028DD68}" srcOrd="0"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1F9D04FA-50E7-4ECF-974D-56EE23E2F480}" type="presOf" srcId="{949292E5-5D9F-4BED-BBD5-D5D43417B63B}" destId="{CBB3C906-6C8E-43D0-A349-5CBA1BD5A1B2}" srcOrd="1" destOrd="0" presId="urn:microsoft.com/office/officeart/2005/8/layout/hierarchy2"/>
    <dgm:cxn modelId="{FBD6DDD7-C9FF-4F61-A50A-5A4BC3D722AF}" type="presParOf" srcId="{2BD46A2F-C42F-406A-9A1B-2C52C3E69199}" destId="{64CF4588-342D-431F-BAAB-0FED7C7B9B22}" srcOrd="0" destOrd="0" presId="urn:microsoft.com/office/officeart/2005/8/layout/hierarchy2"/>
    <dgm:cxn modelId="{F3713453-B54B-4F5A-8D7A-352F225A3D9E}" type="presParOf" srcId="{64CF4588-342D-431F-BAAB-0FED7C7B9B22}" destId="{751A64B2-AA1B-4610-90F2-2585F0A6A46F}" srcOrd="0" destOrd="0" presId="urn:microsoft.com/office/officeart/2005/8/layout/hierarchy2"/>
    <dgm:cxn modelId="{A39D4596-EA94-4E45-B823-E77C55E8A5AB}" type="presParOf" srcId="{64CF4588-342D-431F-BAAB-0FED7C7B9B22}" destId="{8F76A44D-3E95-4BEE-A6A2-B19DE39C4CC8}" srcOrd="1" destOrd="0" presId="urn:microsoft.com/office/officeart/2005/8/layout/hierarchy2"/>
    <dgm:cxn modelId="{D7CC1EA3-B958-4DC4-A779-F130A44BD3C1}" type="presParOf" srcId="{8F76A44D-3E95-4BEE-A6A2-B19DE39C4CC8}" destId="{27E9DFBA-38D9-4890-81CD-E6DD6F1BD76C}" srcOrd="0" destOrd="0" presId="urn:microsoft.com/office/officeart/2005/8/layout/hierarchy2"/>
    <dgm:cxn modelId="{FADA5888-36C7-43FC-B94B-E34A50808591}" type="presParOf" srcId="{27E9DFBA-38D9-4890-81CD-E6DD6F1BD76C}" destId="{CBB3C906-6C8E-43D0-A349-5CBA1BD5A1B2}" srcOrd="0" destOrd="0" presId="urn:microsoft.com/office/officeart/2005/8/layout/hierarchy2"/>
    <dgm:cxn modelId="{583598A6-BA5B-4A59-8250-740DF00AF037}" type="presParOf" srcId="{8F76A44D-3E95-4BEE-A6A2-B19DE39C4CC8}" destId="{16C6700E-9EBB-48A6-AFAB-3DD87471C1C2}" srcOrd="1" destOrd="0" presId="urn:microsoft.com/office/officeart/2005/8/layout/hierarchy2"/>
    <dgm:cxn modelId="{AB1B28FE-EE01-437A-BC91-E165D4F5561B}" type="presParOf" srcId="{16C6700E-9EBB-48A6-AFAB-3DD87471C1C2}" destId="{CD21181F-0FF4-4082-92C6-4A9B73A74EDB}" srcOrd="0" destOrd="0" presId="urn:microsoft.com/office/officeart/2005/8/layout/hierarchy2"/>
    <dgm:cxn modelId="{03244EFA-3D56-44A2-95BD-A275024202A6}" type="presParOf" srcId="{16C6700E-9EBB-48A6-AFAB-3DD87471C1C2}" destId="{F1DFB375-DAC6-4FF8-91DE-BC0637159726}" srcOrd="1" destOrd="0" presId="urn:microsoft.com/office/officeart/2005/8/layout/hierarchy2"/>
    <dgm:cxn modelId="{3F98CF02-C308-475C-83FE-E37BC3144375}" type="presParOf" srcId="{F1DFB375-DAC6-4FF8-91DE-BC0637159726}" destId="{22C8D88C-9200-449A-95CA-C6C951FF9EFA}" srcOrd="0" destOrd="0" presId="urn:microsoft.com/office/officeart/2005/8/layout/hierarchy2"/>
    <dgm:cxn modelId="{58CBB962-2EB2-4E04-AF83-5CD600A18BF3}" type="presParOf" srcId="{22C8D88C-9200-449A-95CA-C6C951FF9EFA}" destId="{D7C91FB9-804C-419F-A840-60C1222CFEF0}" srcOrd="0" destOrd="0" presId="urn:microsoft.com/office/officeart/2005/8/layout/hierarchy2"/>
    <dgm:cxn modelId="{EDA83859-3C45-4828-9AC8-07CDED9D877A}" type="presParOf" srcId="{F1DFB375-DAC6-4FF8-91DE-BC0637159726}" destId="{6F13C50F-5A4A-42FF-8D18-6257C655505C}" srcOrd="1" destOrd="0" presId="urn:microsoft.com/office/officeart/2005/8/layout/hierarchy2"/>
    <dgm:cxn modelId="{39EC98C5-0B5D-4506-868E-444932687925}" type="presParOf" srcId="{6F13C50F-5A4A-42FF-8D18-6257C655505C}" destId="{15AA3F71-DF63-44F2-A3BA-35AE6A6DBF7D}" srcOrd="0" destOrd="0" presId="urn:microsoft.com/office/officeart/2005/8/layout/hierarchy2"/>
    <dgm:cxn modelId="{2B44A23C-44EF-460A-B919-BA8259808DB3}" type="presParOf" srcId="{6F13C50F-5A4A-42FF-8D18-6257C655505C}" destId="{230A0D65-0855-402C-9DCF-6B08869A5139}" srcOrd="1" destOrd="0" presId="urn:microsoft.com/office/officeart/2005/8/layout/hierarchy2"/>
    <dgm:cxn modelId="{7089A684-84E7-41C1-AE88-931328466C3D}" type="presParOf" srcId="{F1DFB375-DAC6-4FF8-91DE-BC0637159726}" destId="{DF8ACA11-A784-4636-BE9F-ADD52C706CBC}" srcOrd="2" destOrd="0" presId="urn:microsoft.com/office/officeart/2005/8/layout/hierarchy2"/>
    <dgm:cxn modelId="{FACD8937-4CD8-4AEA-8AB5-24B82AC25796}" type="presParOf" srcId="{DF8ACA11-A784-4636-BE9F-ADD52C706CBC}" destId="{4E231741-F076-452D-97E4-5E3BC1C34C63}" srcOrd="0" destOrd="0" presId="urn:microsoft.com/office/officeart/2005/8/layout/hierarchy2"/>
    <dgm:cxn modelId="{863BB683-3D88-404E-89FB-874647F8633E}" type="presParOf" srcId="{F1DFB375-DAC6-4FF8-91DE-BC0637159726}" destId="{9101B551-1B1D-4A77-A019-BBEE43D3A318}" srcOrd="3" destOrd="0" presId="urn:microsoft.com/office/officeart/2005/8/layout/hierarchy2"/>
    <dgm:cxn modelId="{AC36C9B7-A6E1-4CC0-B49B-FD4940BABD88}" type="presParOf" srcId="{9101B551-1B1D-4A77-A019-BBEE43D3A318}" destId="{2CE1C545-78E0-47B5-8C72-53A9EE24CD60}" srcOrd="0" destOrd="0" presId="urn:microsoft.com/office/officeart/2005/8/layout/hierarchy2"/>
    <dgm:cxn modelId="{8D402246-6AD1-4DAD-8AEF-C9C06E42ABB9}" type="presParOf" srcId="{9101B551-1B1D-4A77-A019-BBEE43D3A318}" destId="{F811D60C-AF2A-4807-93C3-7732DE610F21}" srcOrd="1" destOrd="0" presId="urn:microsoft.com/office/officeart/2005/8/layout/hierarchy2"/>
    <dgm:cxn modelId="{0F77917E-DFFB-4AC5-8F1F-A0B35F9EBE44}" type="presParOf" srcId="{8F76A44D-3E95-4BEE-A6A2-B19DE39C4CC8}" destId="{37DFA971-3BDD-4614-B3F4-FCCCA928E801}" srcOrd="2" destOrd="0" presId="urn:microsoft.com/office/officeart/2005/8/layout/hierarchy2"/>
    <dgm:cxn modelId="{4C0D3DF7-4E63-4042-BE49-6211673C9A04}" type="presParOf" srcId="{37DFA971-3BDD-4614-B3F4-FCCCA928E801}" destId="{2ED7A92A-530E-424D-81D7-0ABA1FBF8E80}" srcOrd="0" destOrd="0" presId="urn:microsoft.com/office/officeart/2005/8/layout/hierarchy2"/>
    <dgm:cxn modelId="{24776B63-5806-4FCA-9E78-D0CA1ECE1CD8}" type="presParOf" srcId="{8F76A44D-3E95-4BEE-A6A2-B19DE39C4CC8}" destId="{E5225CE1-2F09-4369-9607-0D669EBA8068}" srcOrd="3" destOrd="0" presId="urn:microsoft.com/office/officeart/2005/8/layout/hierarchy2"/>
    <dgm:cxn modelId="{A496F58A-0AB0-4341-8935-3C379767251E}" type="presParOf" srcId="{E5225CE1-2F09-4369-9607-0D669EBA8068}" destId="{250F3298-E4AA-4904-A12B-AAC232EBAA5C}" srcOrd="0" destOrd="0" presId="urn:microsoft.com/office/officeart/2005/8/layout/hierarchy2"/>
    <dgm:cxn modelId="{D42EEF73-2A02-4760-9ADA-6C16ACE1A319}" type="presParOf" srcId="{E5225CE1-2F09-4369-9607-0D669EBA8068}" destId="{BFED8BB7-D33D-472F-9935-70CC83B2F037}" srcOrd="1" destOrd="0" presId="urn:microsoft.com/office/officeart/2005/8/layout/hierarchy2"/>
    <dgm:cxn modelId="{3B7F860A-E5E8-4B56-9C6D-3EB664C2479C}" type="presParOf" srcId="{BFED8BB7-D33D-472F-9935-70CC83B2F037}" destId="{500CC38C-370D-4E38-962F-8E689C001DB3}" srcOrd="0" destOrd="0" presId="urn:microsoft.com/office/officeart/2005/8/layout/hierarchy2"/>
    <dgm:cxn modelId="{6F3AF297-6961-49C9-9134-B676B8CA2797}" type="presParOf" srcId="{500CC38C-370D-4E38-962F-8E689C001DB3}" destId="{85D74912-EC50-4B9F-B5C0-FAED0F6C91EF}" srcOrd="0" destOrd="0" presId="urn:microsoft.com/office/officeart/2005/8/layout/hierarchy2"/>
    <dgm:cxn modelId="{60A530DA-E9EC-4684-9EAB-3A9728069B91}" type="presParOf" srcId="{BFED8BB7-D33D-472F-9935-70CC83B2F037}" destId="{00CEF6A7-71FB-4F30-8D68-E51F32B89E83}" srcOrd="1" destOrd="0" presId="urn:microsoft.com/office/officeart/2005/8/layout/hierarchy2"/>
    <dgm:cxn modelId="{52920910-7880-40A3-96B5-62416C8179E1}" type="presParOf" srcId="{00CEF6A7-71FB-4F30-8D68-E51F32B89E83}" destId="{88EDACE5-21AE-4482-B8C7-116CF3A27E99}" srcOrd="0" destOrd="0" presId="urn:microsoft.com/office/officeart/2005/8/layout/hierarchy2"/>
    <dgm:cxn modelId="{EE8AAD3D-2176-48E7-A7E2-ACC68CA8BADF}" type="presParOf" srcId="{00CEF6A7-71FB-4F30-8D68-E51F32B89E83}" destId="{80B51281-666C-4AB5-84E9-437113A56E9E}" srcOrd="1" destOrd="0" presId="urn:microsoft.com/office/officeart/2005/8/layout/hierarchy2"/>
    <dgm:cxn modelId="{FB532EB1-5406-4093-8E0D-2FE3B65F3EB6}" type="presParOf" srcId="{BFED8BB7-D33D-472F-9935-70CC83B2F037}" destId="{5B061652-2171-4D39-8BCD-A835674795F1}" srcOrd="2" destOrd="0" presId="urn:microsoft.com/office/officeart/2005/8/layout/hierarchy2"/>
    <dgm:cxn modelId="{318D2AEC-F707-46DA-A12C-727F5A66C4D3}" type="presParOf" srcId="{5B061652-2171-4D39-8BCD-A835674795F1}" destId="{5B52B8B1-5A7E-47DC-BFAF-F4C44426EF47}" srcOrd="0" destOrd="0" presId="urn:microsoft.com/office/officeart/2005/8/layout/hierarchy2"/>
    <dgm:cxn modelId="{383F7E68-9E76-49D0-AFC7-F44C57BECAB6}" type="presParOf" srcId="{BFED8BB7-D33D-472F-9935-70CC83B2F037}" destId="{9501ABE0-7D23-49A4-8799-651C2C2C8E56}" srcOrd="3" destOrd="0" presId="urn:microsoft.com/office/officeart/2005/8/layout/hierarchy2"/>
    <dgm:cxn modelId="{47D49729-6F31-4794-B4F2-29CB147EE01E}" type="presParOf" srcId="{9501ABE0-7D23-49A4-8799-651C2C2C8E56}" destId="{11F686DE-25FA-4C6B-B5BD-0426FD435EBF}" srcOrd="0" destOrd="0" presId="urn:microsoft.com/office/officeart/2005/8/layout/hierarchy2"/>
    <dgm:cxn modelId="{EA84EF91-E794-4C7B-AB4D-476C5F0C5005}" type="presParOf" srcId="{9501ABE0-7D23-49A4-8799-651C2C2C8E56}" destId="{32D9AA0C-B29A-4CDD-BC13-44F570C7D123}" srcOrd="1" destOrd="0" presId="urn:microsoft.com/office/officeart/2005/8/layout/hierarchy2"/>
    <dgm:cxn modelId="{7D6D8401-FE7A-4E2D-82D4-8041AAA79596}" type="presParOf" srcId="{BFED8BB7-D33D-472F-9935-70CC83B2F037}" destId="{4D73C71E-89F8-46D7-ABCD-94CC477E1629}" srcOrd="4" destOrd="0" presId="urn:microsoft.com/office/officeart/2005/8/layout/hierarchy2"/>
    <dgm:cxn modelId="{FB71E9B4-D87F-412A-A5BC-4D4F89CFE9DD}" type="presParOf" srcId="{4D73C71E-89F8-46D7-ABCD-94CC477E1629}" destId="{031D1B23-0E26-4678-BE6A-437811C2DF66}" srcOrd="0" destOrd="0" presId="urn:microsoft.com/office/officeart/2005/8/layout/hierarchy2"/>
    <dgm:cxn modelId="{736FDE23-7025-428E-9433-8FF48EE9762D}" type="presParOf" srcId="{BFED8BB7-D33D-472F-9935-70CC83B2F037}" destId="{54A643DF-6179-4C93-8A7A-0DD209DD08D7}" srcOrd="5" destOrd="0" presId="urn:microsoft.com/office/officeart/2005/8/layout/hierarchy2"/>
    <dgm:cxn modelId="{F27CFB9F-B778-4509-A5AF-99C57B56CB3C}" type="presParOf" srcId="{54A643DF-6179-4C93-8A7A-0DD209DD08D7}" destId="{2370C263-D04C-4203-963B-8F5DE028DD68}" srcOrd="0" destOrd="0" presId="urn:microsoft.com/office/officeart/2005/8/layout/hierarchy2"/>
    <dgm:cxn modelId="{6890BE0D-C9D7-482A-AAC6-75201B3FC7CE}" type="presParOf" srcId="{54A643DF-6179-4C93-8A7A-0DD209DD08D7}" destId="{026ADC69-F3F6-473F-9715-C26D88688F3B}" srcOrd="1" destOrd="0" presId="urn:microsoft.com/office/officeart/2005/8/layout/hierarchy2"/>
    <dgm:cxn modelId="{B85C7F73-1622-40AD-AA7A-D625CDE4B6DF}" type="presParOf" srcId="{BFED8BB7-D33D-472F-9935-70CC83B2F037}" destId="{58F4492D-8348-40AC-AEC6-55C7C3535C7C}" srcOrd="6" destOrd="0" presId="urn:microsoft.com/office/officeart/2005/8/layout/hierarchy2"/>
    <dgm:cxn modelId="{2D8E1663-C7E5-43B2-9ABB-4A1401004EE3}" type="presParOf" srcId="{58F4492D-8348-40AC-AEC6-55C7C3535C7C}" destId="{9B1C92DF-85F9-4E10-9A54-D70B27BED890}" srcOrd="0" destOrd="0" presId="urn:microsoft.com/office/officeart/2005/8/layout/hierarchy2"/>
    <dgm:cxn modelId="{2500FB7F-6A14-4DEB-AFF1-996533182DE3}" type="presParOf" srcId="{BFED8BB7-D33D-472F-9935-70CC83B2F037}" destId="{2CDA1DCB-B9F9-4A50-988C-DD08A9CE3EC9}" srcOrd="7" destOrd="0" presId="urn:microsoft.com/office/officeart/2005/8/layout/hierarchy2"/>
    <dgm:cxn modelId="{94A31B96-9574-46B1-84E6-7A3D26DFF427}" type="presParOf" srcId="{2CDA1DCB-B9F9-4A50-988C-DD08A9CE3EC9}" destId="{3E4CFFF9-FD55-47C7-9E6D-F0C6A9412ADB}" srcOrd="0" destOrd="0" presId="urn:microsoft.com/office/officeart/2005/8/layout/hierarchy2"/>
    <dgm:cxn modelId="{32AC6C0C-2E97-49F5-ADE4-5772F12F6239}"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5F56602-1F81-43B8-8FF4-6B603C2B9FA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3B05B665-67A3-49B9-8B39-9C1EE857274C}">
      <dgm:prSet phldrT="[Text]"/>
      <dgm:spPr/>
      <dgm:t>
        <a:bodyPr/>
        <a:lstStyle/>
        <a:p>
          <a:r>
            <a:rPr lang="en-US" dirty="0"/>
            <a:t>my-project</a:t>
          </a:r>
        </a:p>
      </dgm:t>
    </dgm:pt>
    <dgm:pt modelId="{C774EF35-4A74-4DA9-A4C0-0DDDB4D34667}" type="parTrans" cxnId="{6AF8324C-F99B-4B0C-993F-E29DE806F111}">
      <dgm:prSet/>
      <dgm:spPr/>
      <dgm:t>
        <a:bodyPr/>
        <a:lstStyle/>
        <a:p>
          <a:endParaRPr lang="en-US"/>
        </a:p>
      </dgm:t>
    </dgm:pt>
    <dgm:pt modelId="{228C30FF-8E66-484E-B0F5-02F5B778C350}" type="sibTrans" cxnId="{6AF8324C-F99B-4B0C-993F-E29DE806F111}">
      <dgm:prSet/>
      <dgm:spPr/>
      <dgm:t>
        <a:bodyPr/>
        <a:lstStyle/>
        <a:p>
          <a:endParaRPr lang="en-US"/>
        </a:p>
      </dgm:t>
    </dgm:pt>
    <dgm:pt modelId="{003EA6EE-58E5-40BF-9EA2-140291096720}">
      <dgm:prSet phldrT="[Text]"/>
      <dgm:spPr/>
      <dgm:t>
        <a:bodyPr/>
        <a:lstStyle/>
        <a:p>
          <a:r>
            <a:rPr lang="en-US" dirty="0"/>
            <a:t>docs</a:t>
          </a:r>
        </a:p>
      </dgm:t>
    </dgm:pt>
    <dgm:pt modelId="{949292E5-5D9F-4BED-BBD5-D5D43417B63B}" type="parTrans" cxnId="{7D95AB07-D0F7-4D10-8682-A4DBEC8DD21B}">
      <dgm:prSet/>
      <dgm:spPr/>
      <dgm:t>
        <a:bodyPr/>
        <a:lstStyle/>
        <a:p>
          <a:endParaRPr lang="en-US"/>
        </a:p>
      </dgm:t>
    </dgm:pt>
    <dgm:pt modelId="{96CC86AB-B719-427D-9B56-92BC9C4FE9D3}" type="sibTrans" cxnId="{7D95AB07-D0F7-4D10-8682-A4DBEC8DD21B}">
      <dgm:prSet/>
      <dgm:spPr/>
      <dgm:t>
        <a:bodyPr/>
        <a:lstStyle/>
        <a:p>
          <a:endParaRPr lang="en-US"/>
        </a:p>
      </dgm:t>
    </dgm:pt>
    <dgm:pt modelId="{0143ECBF-D013-4B67-835C-463B22DE9D12}">
      <dgm:prSet phldrT="[Text]"/>
      <dgm:spPr/>
      <dgm:t>
        <a:bodyPr/>
        <a:lstStyle/>
        <a:p>
          <a:r>
            <a:rPr lang="en-US" dirty="0"/>
            <a:t>manual.docx</a:t>
          </a:r>
        </a:p>
      </dgm:t>
    </dgm:pt>
    <dgm:pt modelId="{432DCC30-3D30-4766-AE5A-DDA1E8E1C694}" type="parTrans" cxnId="{D8D574F3-0600-44B8-8701-B6FBF837EB3F}">
      <dgm:prSet/>
      <dgm:spPr/>
      <dgm:t>
        <a:bodyPr/>
        <a:lstStyle/>
        <a:p>
          <a:endParaRPr lang="en-US"/>
        </a:p>
      </dgm:t>
    </dgm:pt>
    <dgm:pt modelId="{9C1A1D46-92B6-49D8-9042-590A4D8B1732}" type="sibTrans" cxnId="{D8D574F3-0600-44B8-8701-B6FBF837EB3F}">
      <dgm:prSet/>
      <dgm:spPr/>
      <dgm:t>
        <a:bodyPr/>
        <a:lstStyle/>
        <a:p>
          <a:endParaRPr lang="en-US"/>
        </a:p>
      </dgm:t>
    </dgm:pt>
    <dgm:pt modelId="{B134233E-B436-4370-8867-923B23EB229F}">
      <dgm:prSet phldrT="[Text]"/>
      <dgm:spPr/>
      <dgm:t>
        <a:bodyPr/>
        <a:lstStyle/>
        <a:p>
          <a:r>
            <a:rPr lang="en-US" dirty="0"/>
            <a:t>user_docs.docx</a:t>
          </a:r>
        </a:p>
      </dgm:t>
    </dgm:pt>
    <dgm:pt modelId="{BE7A866F-FCC5-436D-A2E0-A8A6DF76F8EB}" type="parTrans" cxnId="{90DC8E1B-16E1-438F-A627-01363ECD2564}">
      <dgm:prSet/>
      <dgm:spPr/>
      <dgm:t>
        <a:bodyPr/>
        <a:lstStyle/>
        <a:p>
          <a:endParaRPr lang="en-US"/>
        </a:p>
      </dgm:t>
    </dgm:pt>
    <dgm:pt modelId="{28A2D2F8-9ECA-46A6-A8B8-E71743D29E16}" type="sibTrans" cxnId="{90DC8E1B-16E1-438F-A627-01363ECD2564}">
      <dgm:prSet/>
      <dgm:spPr/>
      <dgm:t>
        <a:bodyPr/>
        <a:lstStyle/>
        <a:p>
          <a:endParaRPr lang="en-US"/>
        </a:p>
      </dgm:t>
    </dgm:pt>
    <dgm:pt modelId="{191770CA-EAB0-484A-8FFB-8F7DA062CE62}">
      <dgm:prSet phldrT="[Text]"/>
      <dgm:spPr/>
      <dgm:t>
        <a:bodyPr/>
        <a:lstStyle/>
        <a:p>
          <a:r>
            <a:rPr lang="en-US" dirty="0" err="1"/>
            <a:t>src</a:t>
          </a:r>
          <a:endParaRPr lang="en-US" dirty="0"/>
        </a:p>
      </dgm:t>
    </dgm:pt>
    <dgm:pt modelId="{0969A4AF-FC06-4FD3-8A4B-F1026C3F433B}" type="parTrans" cxnId="{0740DB16-55F5-4B69-9DD4-DE0501619762}">
      <dgm:prSet/>
      <dgm:spPr/>
      <dgm:t>
        <a:bodyPr/>
        <a:lstStyle/>
        <a:p>
          <a:endParaRPr lang="en-US"/>
        </a:p>
      </dgm:t>
    </dgm:pt>
    <dgm:pt modelId="{2F79FE89-23AB-494F-9A0B-78BBBC2258FF}" type="sibTrans" cxnId="{0740DB16-55F5-4B69-9DD4-DE0501619762}">
      <dgm:prSet/>
      <dgm:spPr/>
      <dgm:t>
        <a:bodyPr/>
        <a:lstStyle/>
        <a:p>
          <a:endParaRPr lang="en-US"/>
        </a:p>
      </dgm:t>
    </dgm:pt>
    <dgm:pt modelId="{2AD198EF-5E35-4DCE-8157-F6F2E2783276}">
      <dgm:prSet phldrT="[Text]"/>
      <dgm:spPr/>
      <dgm:t>
        <a:bodyPr/>
        <a:lstStyle/>
        <a:p>
          <a:r>
            <a:rPr lang="en-US" dirty="0" err="1"/>
            <a:t>main.rkt</a:t>
          </a:r>
          <a:endParaRPr lang="en-US" dirty="0"/>
        </a:p>
      </dgm:t>
    </dgm:pt>
    <dgm:pt modelId="{B2BE598A-CF53-4EAD-958F-AC3942F42736}" type="parTrans" cxnId="{A8C9EA5A-FAAC-4916-AAA1-AD4450BD9184}">
      <dgm:prSet/>
      <dgm:spPr/>
      <dgm:t>
        <a:bodyPr/>
        <a:lstStyle/>
        <a:p>
          <a:endParaRPr lang="en-US"/>
        </a:p>
      </dgm:t>
    </dgm:pt>
    <dgm:pt modelId="{312AAD88-89FB-4184-A457-B509728F010F}" type="sibTrans" cxnId="{A8C9EA5A-FAAC-4916-AAA1-AD4450BD9184}">
      <dgm:prSet/>
      <dgm:spPr/>
      <dgm:t>
        <a:bodyPr/>
        <a:lstStyle/>
        <a:p>
          <a:endParaRPr lang="en-US"/>
        </a:p>
      </dgm:t>
    </dgm:pt>
    <dgm:pt modelId="{A09C861D-2DAD-4964-84B8-895DB96D41E1}">
      <dgm:prSet phldrT="[Text]"/>
      <dgm:spPr/>
      <dgm:t>
        <a:bodyPr/>
        <a:lstStyle/>
        <a:p>
          <a:r>
            <a:rPr lang="en-US" dirty="0"/>
            <a:t>module1.rkt</a:t>
          </a:r>
        </a:p>
      </dgm:t>
    </dgm:pt>
    <dgm:pt modelId="{B70532A7-D3DA-4B84-B3F6-1A2B4861FC82}" type="parTrans" cxnId="{8742AC99-00D9-47A2-8E57-8F8847418D2E}">
      <dgm:prSet/>
      <dgm:spPr/>
      <dgm:t>
        <a:bodyPr/>
        <a:lstStyle/>
        <a:p>
          <a:endParaRPr lang="en-US"/>
        </a:p>
      </dgm:t>
    </dgm:pt>
    <dgm:pt modelId="{A351257F-D917-4A72-87BA-377F26305948}" type="sibTrans" cxnId="{8742AC99-00D9-47A2-8E57-8F8847418D2E}">
      <dgm:prSet/>
      <dgm:spPr/>
      <dgm:t>
        <a:bodyPr/>
        <a:lstStyle/>
        <a:p>
          <a:endParaRPr lang="en-US"/>
        </a:p>
      </dgm:t>
    </dgm:pt>
    <dgm:pt modelId="{2AA71D22-D60D-4322-B69D-1EBB711EFDD8}">
      <dgm:prSet phldrT="[Text]"/>
      <dgm:spPr/>
      <dgm:t>
        <a:bodyPr/>
        <a:lstStyle/>
        <a:p>
          <a:r>
            <a:rPr lang="en-US" dirty="0"/>
            <a:t>module2.rkt</a:t>
          </a:r>
        </a:p>
      </dgm:t>
    </dgm:pt>
    <dgm:pt modelId="{FEDD39BA-6E39-47D0-8586-07F39CC8648A}" type="parTrans" cxnId="{F25FF7C0-D3E7-420E-B174-EDF39D94DC89}">
      <dgm:prSet/>
      <dgm:spPr/>
      <dgm:t>
        <a:bodyPr/>
        <a:lstStyle/>
        <a:p>
          <a:endParaRPr lang="en-US"/>
        </a:p>
      </dgm:t>
    </dgm:pt>
    <dgm:pt modelId="{36D757F6-BB74-4CD6-983C-66F4EAABE448}" type="sibTrans" cxnId="{F25FF7C0-D3E7-420E-B174-EDF39D94DC89}">
      <dgm:prSet/>
      <dgm:spPr/>
      <dgm:t>
        <a:bodyPr/>
        <a:lstStyle/>
        <a:p>
          <a:endParaRPr lang="en-US"/>
        </a:p>
      </dgm:t>
    </dgm:pt>
    <dgm:pt modelId="{993E109E-C8C8-46D8-B666-173B14BC2FD7}">
      <dgm:prSet phldrT="[Text]"/>
      <dgm:spPr/>
      <dgm:t>
        <a:bodyPr/>
        <a:lstStyle/>
        <a:p>
          <a:r>
            <a:rPr lang="en-US" dirty="0"/>
            <a:t>module3.rkt</a:t>
          </a:r>
        </a:p>
      </dgm:t>
    </dgm:pt>
    <dgm:pt modelId="{38E3F61A-3AE0-4155-B92C-9E8FDC31F5E1}" type="parTrans" cxnId="{32A23961-4BFA-4D87-9BD3-D235FED06BC5}">
      <dgm:prSet/>
      <dgm:spPr/>
      <dgm:t>
        <a:bodyPr/>
        <a:lstStyle/>
        <a:p>
          <a:endParaRPr lang="en-US"/>
        </a:p>
      </dgm:t>
    </dgm:pt>
    <dgm:pt modelId="{335F12F4-C926-4121-A12D-22DA5E9B70D4}" type="sibTrans" cxnId="{32A23961-4BFA-4D87-9BD3-D235FED06BC5}">
      <dgm:prSet/>
      <dgm:spPr/>
      <dgm:t>
        <a:bodyPr/>
        <a:lstStyle/>
        <a:p>
          <a:endParaRPr lang="en-US"/>
        </a:p>
      </dgm:t>
    </dgm:pt>
    <dgm:pt modelId="{2BD46A2F-C42F-406A-9A1B-2C52C3E69199}" type="pres">
      <dgm:prSet presAssocID="{75F56602-1F81-43B8-8FF4-6B603C2B9FA0}" presName="diagram" presStyleCnt="0">
        <dgm:presLayoutVars>
          <dgm:chPref val="1"/>
          <dgm:dir/>
          <dgm:animOne val="branch"/>
          <dgm:animLvl val="lvl"/>
          <dgm:resizeHandles val="exact"/>
        </dgm:presLayoutVars>
      </dgm:prSet>
      <dgm:spPr/>
    </dgm:pt>
    <dgm:pt modelId="{64CF4588-342D-431F-BAAB-0FED7C7B9B22}" type="pres">
      <dgm:prSet presAssocID="{3B05B665-67A3-49B9-8B39-9C1EE857274C}" presName="root1" presStyleCnt="0"/>
      <dgm:spPr/>
    </dgm:pt>
    <dgm:pt modelId="{751A64B2-AA1B-4610-90F2-2585F0A6A46F}" type="pres">
      <dgm:prSet presAssocID="{3B05B665-67A3-49B9-8B39-9C1EE857274C}" presName="LevelOneTextNode" presStyleLbl="node0" presStyleIdx="0" presStyleCnt="1" custLinFactY="-80911" custLinFactNeighborX="-22327" custLinFactNeighborY="-100000">
        <dgm:presLayoutVars>
          <dgm:chPref val="3"/>
        </dgm:presLayoutVars>
      </dgm:prSet>
      <dgm:spPr/>
    </dgm:pt>
    <dgm:pt modelId="{8F76A44D-3E95-4BEE-A6A2-B19DE39C4CC8}" type="pres">
      <dgm:prSet presAssocID="{3B05B665-67A3-49B9-8B39-9C1EE857274C}" presName="level2hierChild" presStyleCnt="0"/>
      <dgm:spPr/>
    </dgm:pt>
    <dgm:pt modelId="{27E9DFBA-38D9-4890-81CD-E6DD6F1BD76C}" type="pres">
      <dgm:prSet presAssocID="{949292E5-5D9F-4BED-BBD5-D5D43417B63B}" presName="conn2-1" presStyleLbl="parChTrans1D2" presStyleIdx="0" presStyleCnt="2"/>
      <dgm:spPr/>
    </dgm:pt>
    <dgm:pt modelId="{CBB3C906-6C8E-43D0-A349-5CBA1BD5A1B2}" type="pres">
      <dgm:prSet presAssocID="{949292E5-5D9F-4BED-BBD5-D5D43417B63B}" presName="connTx" presStyleLbl="parChTrans1D2" presStyleIdx="0" presStyleCnt="2"/>
      <dgm:spPr/>
    </dgm:pt>
    <dgm:pt modelId="{16C6700E-9EBB-48A6-AFAB-3DD87471C1C2}" type="pres">
      <dgm:prSet presAssocID="{003EA6EE-58E5-40BF-9EA2-140291096720}" presName="root2" presStyleCnt="0"/>
      <dgm:spPr/>
    </dgm:pt>
    <dgm:pt modelId="{CD21181F-0FF4-4082-92C6-4A9B73A74EDB}" type="pres">
      <dgm:prSet presAssocID="{003EA6EE-58E5-40BF-9EA2-140291096720}" presName="LevelTwoTextNode" presStyleLbl="node2" presStyleIdx="0" presStyleCnt="2" custLinFactNeighborX="-19006" custLinFactNeighborY="-8411">
        <dgm:presLayoutVars>
          <dgm:chPref val="3"/>
        </dgm:presLayoutVars>
      </dgm:prSet>
      <dgm:spPr/>
    </dgm:pt>
    <dgm:pt modelId="{F1DFB375-DAC6-4FF8-91DE-BC0637159726}" type="pres">
      <dgm:prSet presAssocID="{003EA6EE-58E5-40BF-9EA2-140291096720}" presName="level3hierChild" presStyleCnt="0"/>
      <dgm:spPr/>
    </dgm:pt>
    <dgm:pt modelId="{22C8D88C-9200-449A-95CA-C6C951FF9EFA}" type="pres">
      <dgm:prSet presAssocID="{432DCC30-3D30-4766-AE5A-DDA1E8E1C694}" presName="conn2-1" presStyleLbl="parChTrans1D3" presStyleIdx="0" presStyleCnt="6"/>
      <dgm:spPr/>
    </dgm:pt>
    <dgm:pt modelId="{D7C91FB9-804C-419F-A840-60C1222CFEF0}" type="pres">
      <dgm:prSet presAssocID="{432DCC30-3D30-4766-AE5A-DDA1E8E1C694}" presName="connTx" presStyleLbl="parChTrans1D3" presStyleIdx="0" presStyleCnt="6"/>
      <dgm:spPr/>
    </dgm:pt>
    <dgm:pt modelId="{6F13C50F-5A4A-42FF-8D18-6257C655505C}" type="pres">
      <dgm:prSet presAssocID="{0143ECBF-D013-4B67-835C-463B22DE9D12}" presName="root2" presStyleCnt="0"/>
      <dgm:spPr/>
    </dgm:pt>
    <dgm:pt modelId="{15AA3F71-DF63-44F2-A3BA-35AE6A6DBF7D}" type="pres">
      <dgm:prSet presAssocID="{0143ECBF-D013-4B67-835C-463B22DE9D12}" presName="LevelTwoTextNode" presStyleLbl="node3" presStyleIdx="0" presStyleCnt="6" custLinFactNeighborX="239" custLinFactNeighborY="38473">
        <dgm:presLayoutVars>
          <dgm:chPref val="3"/>
        </dgm:presLayoutVars>
      </dgm:prSet>
      <dgm:spPr/>
    </dgm:pt>
    <dgm:pt modelId="{230A0D65-0855-402C-9DCF-6B08869A5139}" type="pres">
      <dgm:prSet presAssocID="{0143ECBF-D013-4B67-835C-463B22DE9D12}" presName="level3hierChild" presStyleCnt="0"/>
      <dgm:spPr/>
    </dgm:pt>
    <dgm:pt modelId="{DF8ACA11-A784-4636-BE9F-ADD52C706CBC}" type="pres">
      <dgm:prSet presAssocID="{BE7A866F-FCC5-436D-A2E0-A8A6DF76F8EB}" presName="conn2-1" presStyleLbl="parChTrans1D3" presStyleIdx="1" presStyleCnt="6"/>
      <dgm:spPr/>
    </dgm:pt>
    <dgm:pt modelId="{4E231741-F076-452D-97E4-5E3BC1C34C63}" type="pres">
      <dgm:prSet presAssocID="{BE7A866F-FCC5-436D-A2E0-A8A6DF76F8EB}" presName="connTx" presStyleLbl="parChTrans1D3" presStyleIdx="1" presStyleCnt="6"/>
      <dgm:spPr/>
    </dgm:pt>
    <dgm:pt modelId="{9101B551-1B1D-4A77-A019-BBEE43D3A318}" type="pres">
      <dgm:prSet presAssocID="{B134233E-B436-4370-8867-923B23EB229F}" presName="root2" presStyleCnt="0"/>
      <dgm:spPr/>
    </dgm:pt>
    <dgm:pt modelId="{2CE1C545-78E0-47B5-8C72-53A9EE24CD60}" type="pres">
      <dgm:prSet presAssocID="{B134233E-B436-4370-8867-923B23EB229F}" presName="LevelTwoTextNode" presStyleLbl="node3" presStyleIdx="1" presStyleCnt="6" custLinFactNeighborX="-929" custLinFactNeighborY="18316">
        <dgm:presLayoutVars>
          <dgm:chPref val="3"/>
        </dgm:presLayoutVars>
      </dgm:prSet>
      <dgm:spPr/>
    </dgm:pt>
    <dgm:pt modelId="{F811D60C-AF2A-4807-93C3-7732DE610F21}" type="pres">
      <dgm:prSet presAssocID="{B134233E-B436-4370-8867-923B23EB229F}" presName="level3hierChild" presStyleCnt="0"/>
      <dgm:spPr/>
    </dgm:pt>
    <dgm:pt modelId="{37DFA971-3BDD-4614-B3F4-FCCCA928E801}" type="pres">
      <dgm:prSet presAssocID="{0969A4AF-FC06-4FD3-8A4B-F1026C3F433B}" presName="conn2-1" presStyleLbl="parChTrans1D2" presStyleIdx="1" presStyleCnt="2"/>
      <dgm:spPr/>
    </dgm:pt>
    <dgm:pt modelId="{2ED7A92A-530E-424D-81D7-0ABA1FBF8E80}" type="pres">
      <dgm:prSet presAssocID="{0969A4AF-FC06-4FD3-8A4B-F1026C3F433B}" presName="connTx" presStyleLbl="parChTrans1D2" presStyleIdx="1" presStyleCnt="2"/>
      <dgm:spPr/>
    </dgm:pt>
    <dgm:pt modelId="{E5225CE1-2F09-4369-9607-0D669EBA8068}" type="pres">
      <dgm:prSet presAssocID="{191770CA-EAB0-484A-8FFB-8F7DA062CE62}" presName="root2" presStyleCnt="0"/>
      <dgm:spPr/>
    </dgm:pt>
    <dgm:pt modelId="{250F3298-E4AA-4904-A12B-AAC232EBAA5C}" type="pres">
      <dgm:prSet presAssocID="{191770CA-EAB0-484A-8FFB-8F7DA062CE62}" presName="LevelTwoTextNode" presStyleLbl="node2" presStyleIdx="1" presStyleCnt="2" custLinFactY="-94165" custLinFactNeighborX="-19006" custLinFactNeighborY="-100000">
        <dgm:presLayoutVars>
          <dgm:chPref val="3"/>
        </dgm:presLayoutVars>
      </dgm:prSet>
      <dgm:spPr/>
    </dgm:pt>
    <dgm:pt modelId="{BFED8BB7-D33D-472F-9935-70CC83B2F037}" type="pres">
      <dgm:prSet presAssocID="{191770CA-EAB0-484A-8FFB-8F7DA062CE62}" presName="level3hierChild" presStyleCnt="0"/>
      <dgm:spPr/>
    </dgm:pt>
    <dgm:pt modelId="{500CC38C-370D-4E38-962F-8E689C001DB3}" type="pres">
      <dgm:prSet presAssocID="{B2BE598A-CF53-4EAD-958F-AC3942F42736}" presName="conn2-1" presStyleLbl="parChTrans1D3" presStyleIdx="2" presStyleCnt="6"/>
      <dgm:spPr/>
    </dgm:pt>
    <dgm:pt modelId="{85D74912-EC50-4B9F-B5C0-FAED0F6C91EF}" type="pres">
      <dgm:prSet presAssocID="{B2BE598A-CF53-4EAD-958F-AC3942F42736}" presName="connTx" presStyleLbl="parChTrans1D3" presStyleIdx="2" presStyleCnt="6"/>
      <dgm:spPr/>
    </dgm:pt>
    <dgm:pt modelId="{00CEF6A7-71FB-4F30-8D68-E51F32B89E83}" type="pres">
      <dgm:prSet presAssocID="{2AD198EF-5E35-4DCE-8157-F6F2E2783276}" presName="root2" presStyleCnt="0"/>
      <dgm:spPr/>
    </dgm:pt>
    <dgm:pt modelId="{88EDACE5-21AE-4482-B8C7-116CF3A27E99}" type="pres">
      <dgm:prSet presAssocID="{2AD198EF-5E35-4DCE-8157-F6F2E2783276}" presName="LevelTwoTextNode" presStyleLbl="node3" presStyleIdx="2" presStyleCnt="6" custLinFactNeighborX="-1947" custLinFactNeighborY="15969">
        <dgm:presLayoutVars>
          <dgm:chPref val="3"/>
        </dgm:presLayoutVars>
      </dgm:prSet>
      <dgm:spPr/>
    </dgm:pt>
    <dgm:pt modelId="{80B51281-666C-4AB5-84E9-437113A56E9E}" type="pres">
      <dgm:prSet presAssocID="{2AD198EF-5E35-4DCE-8157-F6F2E2783276}" presName="level3hierChild" presStyleCnt="0"/>
      <dgm:spPr/>
    </dgm:pt>
    <dgm:pt modelId="{5B061652-2171-4D39-8BCD-A835674795F1}" type="pres">
      <dgm:prSet presAssocID="{B70532A7-D3DA-4B84-B3F6-1A2B4861FC82}" presName="conn2-1" presStyleLbl="parChTrans1D3" presStyleIdx="3" presStyleCnt="6"/>
      <dgm:spPr/>
    </dgm:pt>
    <dgm:pt modelId="{5B52B8B1-5A7E-47DC-BFAF-F4C44426EF47}" type="pres">
      <dgm:prSet presAssocID="{B70532A7-D3DA-4B84-B3F6-1A2B4861FC82}" presName="connTx" presStyleLbl="parChTrans1D3" presStyleIdx="3" presStyleCnt="6"/>
      <dgm:spPr/>
    </dgm:pt>
    <dgm:pt modelId="{9501ABE0-7D23-49A4-8799-651C2C2C8E56}" type="pres">
      <dgm:prSet presAssocID="{A09C861D-2DAD-4964-84B8-895DB96D41E1}" presName="root2" presStyleCnt="0"/>
      <dgm:spPr/>
    </dgm:pt>
    <dgm:pt modelId="{11F686DE-25FA-4C6B-B5BD-0426FD435EBF}" type="pres">
      <dgm:prSet presAssocID="{A09C861D-2DAD-4964-84B8-895DB96D41E1}" presName="LevelTwoTextNode" presStyleLbl="node3" presStyleIdx="3" presStyleCnt="6" custScaleX="96938" custLinFactNeighborX="-2530" custLinFactNeighborY="-7500">
        <dgm:presLayoutVars>
          <dgm:chPref val="3"/>
        </dgm:presLayoutVars>
      </dgm:prSet>
      <dgm:spPr/>
    </dgm:pt>
    <dgm:pt modelId="{32D9AA0C-B29A-4CDD-BC13-44F570C7D123}" type="pres">
      <dgm:prSet presAssocID="{A09C861D-2DAD-4964-84B8-895DB96D41E1}" presName="level3hierChild" presStyleCnt="0"/>
      <dgm:spPr/>
    </dgm:pt>
    <dgm:pt modelId="{4D73C71E-89F8-46D7-ABCD-94CC477E1629}" type="pres">
      <dgm:prSet presAssocID="{FEDD39BA-6E39-47D0-8586-07F39CC8648A}" presName="conn2-1" presStyleLbl="parChTrans1D3" presStyleIdx="4" presStyleCnt="6"/>
      <dgm:spPr/>
    </dgm:pt>
    <dgm:pt modelId="{031D1B23-0E26-4678-BE6A-437811C2DF66}" type="pres">
      <dgm:prSet presAssocID="{FEDD39BA-6E39-47D0-8586-07F39CC8648A}" presName="connTx" presStyleLbl="parChTrans1D3" presStyleIdx="4" presStyleCnt="6"/>
      <dgm:spPr/>
    </dgm:pt>
    <dgm:pt modelId="{54A643DF-6179-4C93-8A7A-0DD209DD08D7}" type="pres">
      <dgm:prSet presAssocID="{2AA71D22-D60D-4322-B69D-1EBB711EFDD8}" presName="root2" presStyleCnt="0"/>
      <dgm:spPr/>
    </dgm:pt>
    <dgm:pt modelId="{2370C263-D04C-4203-963B-8F5DE028DD68}" type="pres">
      <dgm:prSet presAssocID="{2AA71D22-D60D-4322-B69D-1EBB711EFDD8}" presName="LevelTwoTextNode" presStyleLbl="node3" presStyleIdx="4" presStyleCnt="6" custLinFactNeighborX="-2530" custLinFactNeighborY="-25982">
        <dgm:presLayoutVars>
          <dgm:chPref val="3"/>
        </dgm:presLayoutVars>
      </dgm:prSet>
      <dgm:spPr/>
    </dgm:pt>
    <dgm:pt modelId="{026ADC69-F3F6-473F-9715-C26D88688F3B}" type="pres">
      <dgm:prSet presAssocID="{2AA71D22-D60D-4322-B69D-1EBB711EFDD8}" presName="level3hierChild" presStyleCnt="0"/>
      <dgm:spPr/>
    </dgm:pt>
    <dgm:pt modelId="{58F4492D-8348-40AC-AEC6-55C7C3535C7C}" type="pres">
      <dgm:prSet presAssocID="{38E3F61A-3AE0-4155-B92C-9E8FDC31F5E1}" presName="conn2-1" presStyleLbl="parChTrans1D3" presStyleIdx="5" presStyleCnt="6"/>
      <dgm:spPr/>
    </dgm:pt>
    <dgm:pt modelId="{9B1C92DF-85F9-4E10-9A54-D70B27BED890}" type="pres">
      <dgm:prSet presAssocID="{38E3F61A-3AE0-4155-B92C-9E8FDC31F5E1}" presName="connTx" presStyleLbl="parChTrans1D3" presStyleIdx="5" presStyleCnt="6"/>
      <dgm:spPr/>
    </dgm:pt>
    <dgm:pt modelId="{2CDA1DCB-B9F9-4A50-988C-DD08A9CE3EC9}" type="pres">
      <dgm:prSet presAssocID="{993E109E-C8C8-46D8-B666-173B14BC2FD7}" presName="root2" presStyleCnt="0"/>
      <dgm:spPr/>
    </dgm:pt>
    <dgm:pt modelId="{3E4CFFF9-FD55-47C7-9E6D-F0C6A9412ADB}" type="pres">
      <dgm:prSet presAssocID="{993E109E-C8C8-46D8-B666-173B14BC2FD7}" presName="LevelTwoTextNode" presStyleLbl="node3" presStyleIdx="5" presStyleCnt="6" custLinFactNeighborX="-2530" custLinFactNeighborY="-44463">
        <dgm:presLayoutVars>
          <dgm:chPref val="3"/>
        </dgm:presLayoutVars>
      </dgm:prSet>
      <dgm:spPr/>
    </dgm:pt>
    <dgm:pt modelId="{1F504D06-2833-4921-BF41-19F5946FA07C}" type="pres">
      <dgm:prSet presAssocID="{993E109E-C8C8-46D8-B666-173B14BC2FD7}" presName="level3hierChild" presStyleCnt="0"/>
      <dgm:spPr/>
    </dgm:pt>
  </dgm:ptLst>
  <dgm:cxnLst>
    <dgm:cxn modelId="{0901D703-B783-4B89-B770-4521D1B8BC05}" type="presOf" srcId="{0143ECBF-D013-4B67-835C-463B22DE9D12}" destId="{15AA3F71-DF63-44F2-A3BA-35AE6A6DBF7D}" srcOrd="0" destOrd="0" presId="urn:microsoft.com/office/officeart/2005/8/layout/hierarchy2"/>
    <dgm:cxn modelId="{7D95AB07-D0F7-4D10-8682-A4DBEC8DD21B}" srcId="{3B05B665-67A3-49B9-8B39-9C1EE857274C}" destId="{003EA6EE-58E5-40BF-9EA2-140291096720}" srcOrd="0" destOrd="0" parTransId="{949292E5-5D9F-4BED-BBD5-D5D43417B63B}" sibTransId="{96CC86AB-B719-427D-9B56-92BC9C4FE9D3}"/>
    <dgm:cxn modelId="{596D2313-D043-4582-833F-E61C66D17D87}" type="presOf" srcId="{38E3F61A-3AE0-4155-B92C-9E8FDC31F5E1}" destId="{58F4492D-8348-40AC-AEC6-55C7C3535C7C}" srcOrd="0" destOrd="0" presId="urn:microsoft.com/office/officeart/2005/8/layout/hierarchy2"/>
    <dgm:cxn modelId="{0740DB16-55F5-4B69-9DD4-DE0501619762}" srcId="{3B05B665-67A3-49B9-8B39-9C1EE857274C}" destId="{191770CA-EAB0-484A-8FFB-8F7DA062CE62}" srcOrd="1" destOrd="0" parTransId="{0969A4AF-FC06-4FD3-8A4B-F1026C3F433B}" sibTransId="{2F79FE89-23AB-494F-9A0B-78BBBC2258FF}"/>
    <dgm:cxn modelId="{C815A718-82F2-40E8-9B51-418A9046D800}" type="presOf" srcId="{B70532A7-D3DA-4B84-B3F6-1A2B4861FC82}" destId="{5B061652-2171-4D39-8BCD-A835674795F1}" srcOrd="0" destOrd="0" presId="urn:microsoft.com/office/officeart/2005/8/layout/hierarchy2"/>
    <dgm:cxn modelId="{FB7DE21A-D529-4D20-9372-74447700C435}" type="presOf" srcId="{432DCC30-3D30-4766-AE5A-DDA1E8E1C694}" destId="{22C8D88C-9200-449A-95CA-C6C951FF9EFA}" srcOrd="0" destOrd="0" presId="urn:microsoft.com/office/officeart/2005/8/layout/hierarchy2"/>
    <dgm:cxn modelId="{90DC8E1B-16E1-438F-A627-01363ECD2564}" srcId="{003EA6EE-58E5-40BF-9EA2-140291096720}" destId="{B134233E-B436-4370-8867-923B23EB229F}" srcOrd="1" destOrd="0" parTransId="{BE7A866F-FCC5-436D-A2E0-A8A6DF76F8EB}" sibTransId="{28A2D2F8-9ECA-46A6-A8B8-E71743D29E16}"/>
    <dgm:cxn modelId="{4945E91D-62D8-4369-97CA-2FA56FDB42B8}" type="presOf" srcId="{B2BE598A-CF53-4EAD-958F-AC3942F42736}" destId="{85D74912-EC50-4B9F-B5C0-FAED0F6C91EF}" srcOrd="1" destOrd="0" presId="urn:microsoft.com/office/officeart/2005/8/layout/hierarchy2"/>
    <dgm:cxn modelId="{EDC3B132-7846-49F2-BFCF-446C32B513C2}" type="presOf" srcId="{3B05B665-67A3-49B9-8B39-9C1EE857274C}" destId="{751A64B2-AA1B-4610-90F2-2585F0A6A46F}" srcOrd="0" destOrd="0" presId="urn:microsoft.com/office/officeart/2005/8/layout/hierarchy2"/>
    <dgm:cxn modelId="{6EE22535-4D4C-4420-8A3A-5C275DE18F5D}" type="presOf" srcId="{A09C861D-2DAD-4964-84B8-895DB96D41E1}" destId="{11F686DE-25FA-4C6B-B5BD-0426FD435EBF}" srcOrd="0" destOrd="0" presId="urn:microsoft.com/office/officeart/2005/8/layout/hierarchy2"/>
    <dgm:cxn modelId="{C5EAF035-A431-4DDB-8583-D23C8E489D10}" type="presOf" srcId="{BE7A866F-FCC5-436D-A2E0-A8A6DF76F8EB}" destId="{DF8ACA11-A784-4636-BE9F-ADD52C706CBC}" srcOrd="0" destOrd="0" presId="urn:microsoft.com/office/officeart/2005/8/layout/hierarchy2"/>
    <dgm:cxn modelId="{32A23961-4BFA-4D87-9BD3-D235FED06BC5}" srcId="{191770CA-EAB0-484A-8FFB-8F7DA062CE62}" destId="{993E109E-C8C8-46D8-B666-173B14BC2FD7}" srcOrd="3" destOrd="0" parTransId="{38E3F61A-3AE0-4155-B92C-9E8FDC31F5E1}" sibTransId="{335F12F4-C926-4121-A12D-22DA5E9B70D4}"/>
    <dgm:cxn modelId="{23BDC442-7263-4D08-84E4-7E29B63E3600}" type="presOf" srcId="{B134233E-B436-4370-8867-923B23EB229F}" destId="{2CE1C545-78E0-47B5-8C72-53A9EE24CD60}" srcOrd="0" destOrd="0" presId="urn:microsoft.com/office/officeart/2005/8/layout/hierarchy2"/>
    <dgm:cxn modelId="{3F208363-E42E-411D-B955-0D1D1493779E}" type="presOf" srcId="{993E109E-C8C8-46D8-B666-173B14BC2FD7}" destId="{3E4CFFF9-FD55-47C7-9E6D-F0C6A9412ADB}" srcOrd="0" destOrd="0" presId="urn:microsoft.com/office/officeart/2005/8/layout/hierarchy2"/>
    <dgm:cxn modelId="{92F7EC68-5B07-4607-ACDF-C2C403E0EC8A}" type="presOf" srcId="{BE7A866F-FCC5-436D-A2E0-A8A6DF76F8EB}" destId="{4E231741-F076-452D-97E4-5E3BC1C34C63}" srcOrd="1" destOrd="0" presId="urn:microsoft.com/office/officeart/2005/8/layout/hierarchy2"/>
    <dgm:cxn modelId="{6AF8324C-F99B-4B0C-993F-E29DE806F111}" srcId="{75F56602-1F81-43B8-8FF4-6B603C2B9FA0}" destId="{3B05B665-67A3-49B9-8B39-9C1EE857274C}" srcOrd="0" destOrd="0" parTransId="{C774EF35-4A74-4DA9-A4C0-0DDDB4D34667}" sibTransId="{228C30FF-8E66-484E-B0F5-02F5B778C350}"/>
    <dgm:cxn modelId="{0AB8B46F-558F-494B-B35E-78B1426C6384}" type="presOf" srcId="{191770CA-EAB0-484A-8FFB-8F7DA062CE62}" destId="{250F3298-E4AA-4904-A12B-AAC232EBAA5C}" srcOrd="0" destOrd="0" presId="urn:microsoft.com/office/officeart/2005/8/layout/hierarchy2"/>
    <dgm:cxn modelId="{61A1DA74-F2AF-44D6-938E-E441665E1FD0}" type="presOf" srcId="{38E3F61A-3AE0-4155-B92C-9E8FDC31F5E1}" destId="{9B1C92DF-85F9-4E10-9A54-D70B27BED890}" srcOrd="1" destOrd="0" presId="urn:microsoft.com/office/officeart/2005/8/layout/hierarchy2"/>
    <dgm:cxn modelId="{3F1F9C76-CD49-41F9-BD76-E16CBD6FF9FC}" type="presOf" srcId="{432DCC30-3D30-4766-AE5A-DDA1E8E1C694}" destId="{D7C91FB9-804C-419F-A840-60C1222CFEF0}" srcOrd="1" destOrd="0" presId="urn:microsoft.com/office/officeart/2005/8/layout/hierarchy2"/>
    <dgm:cxn modelId="{A8C9EA5A-FAAC-4916-AAA1-AD4450BD9184}" srcId="{191770CA-EAB0-484A-8FFB-8F7DA062CE62}" destId="{2AD198EF-5E35-4DCE-8157-F6F2E2783276}" srcOrd="0" destOrd="0" parTransId="{B2BE598A-CF53-4EAD-958F-AC3942F42736}" sibTransId="{312AAD88-89FB-4184-A457-B509728F010F}"/>
    <dgm:cxn modelId="{714EF67A-A313-4306-8AB1-62AC4DD39E17}" type="presOf" srcId="{B70532A7-D3DA-4B84-B3F6-1A2B4861FC82}" destId="{5B52B8B1-5A7E-47DC-BFAF-F4C44426EF47}" srcOrd="1" destOrd="0" presId="urn:microsoft.com/office/officeart/2005/8/layout/hierarchy2"/>
    <dgm:cxn modelId="{8742AC99-00D9-47A2-8E57-8F8847418D2E}" srcId="{191770CA-EAB0-484A-8FFB-8F7DA062CE62}" destId="{A09C861D-2DAD-4964-84B8-895DB96D41E1}" srcOrd="1" destOrd="0" parTransId="{B70532A7-D3DA-4B84-B3F6-1A2B4861FC82}" sibTransId="{A351257F-D917-4A72-87BA-377F26305948}"/>
    <dgm:cxn modelId="{6D1DEAA1-48D4-45F3-A81D-0D0716A71D5F}" type="presOf" srcId="{0969A4AF-FC06-4FD3-8A4B-F1026C3F433B}" destId="{2ED7A92A-530E-424D-81D7-0ABA1FBF8E80}" srcOrd="1" destOrd="0" presId="urn:microsoft.com/office/officeart/2005/8/layout/hierarchy2"/>
    <dgm:cxn modelId="{CDD507A3-F50D-4490-A90C-21D0F16023CD}" type="presOf" srcId="{949292E5-5D9F-4BED-BBD5-D5D43417B63B}" destId="{27E9DFBA-38D9-4890-81CD-E6DD6F1BD76C}" srcOrd="0" destOrd="0" presId="urn:microsoft.com/office/officeart/2005/8/layout/hierarchy2"/>
    <dgm:cxn modelId="{0E0DB5B0-1360-4007-A2FA-0F31B4F30C6B}" type="presOf" srcId="{2AA71D22-D60D-4322-B69D-1EBB711EFDD8}" destId="{2370C263-D04C-4203-963B-8F5DE028DD68}" srcOrd="0" destOrd="0" presId="urn:microsoft.com/office/officeart/2005/8/layout/hierarchy2"/>
    <dgm:cxn modelId="{EF159EB7-519C-406C-BD2E-F3DDAE529A31}" type="presOf" srcId="{003EA6EE-58E5-40BF-9EA2-140291096720}" destId="{CD21181F-0FF4-4082-92C6-4A9B73A74EDB}" srcOrd="0" destOrd="0" presId="urn:microsoft.com/office/officeart/2005/8/layout/hierarchy2"/>
    <dgm:cxn modelId="{F25FF7C0-D3E7-420E-B174-EDF39D94DC89}" srcId="{191770CA-EAB0-484A-8FFB-8F7DA062CE62}" destId="{2AA71D22-D60D-4322-B69D-1EBB711EFDD8}" srcOrd="2" destOrd="0" parTransId="{FEDD39BA-6E39-47D0-8586-07F39CC8648A}" sibTransId="{36D757F6-BB74-4CD6-983C-66F4EAABE448}"/>
    <dgm:cxn modelId="{7BC925CC-F3D0-4612-875D-46B331F5CCBA}" type="presOf" srcId="{75F56602-1F81-43B8-8FF4-6B603C2B9FA0}" destId="{2BD46A2F-C42F-406A-9A1B-2C52C3E69199}" srcOrd="0" destOrd="0" presId="urn:microsoft.com/office/officeart/2005/8/layout/hierarchy2"/>
    <dgm:cxn modelId="{95AA49CD-D839-402D-82B9-516A6C9CF498}" type="presOf" srcId="{FEDD39BA-6E39-47D0-8586-07F39CC8648A}" destId="{031D1B23-0E26-4678-BE6A-437811C2DF66}" srcOrd="1" destOrd="0" presId="urn:microsoft.com/office/officeart/2005/8/layout/hierarchy2"/>
    <dgm:cxn modelId="{C6BF10CE-B91D-415A-B1FA-89AE9ED31CB5}" type="presOf" srcId="{949292E5-5D9F-4BED-BBD5-D5D43417B63B}" destId="{CBB3C906-6C8E-43D0-A349-5CBA1BD5A1B2}" srcOrd="1" destOrd="0" presId="urn:microsoft.com/office/officeart/2005/8/layout/hierarchy2"/>
    <dgm:cxn modelId="{8DE6BAD5-31F3-4041-B0B0-564AAF539B39}" type="presOf" srcId="{FEDD39BA-6E39-47D0-8586-07F39CC8648A}" destId="{4D73C71E-89F8-46D7-ABCD-94CC477E1629}" srcOrd="0" destOrd="0" presId="urn:microsoft.com/office/officeart/2005/8/layout/hierarchy2"/>
    <dgm:cxn modelId="{B5B0A3DF-FADD-4B60-9054-13AFF6D04847}" type="presOf" srcId="{0969A4AF-FC06-4FD3-8A4B-F1026C3F433B}" destId="{37DFA971-3BDD-4614-B3F4-FCCCA928E801}" srcOrd="0" destOrd="0" presId="urn:microsoft.com/office/officeart/2005/8/layout/hierarchy2"/>
    <dgm:cxn modelId="{16937FEB-5664-4617-8773-F1CEE106E31B}" type="presOf" srcId="{2AD198EF-5E35-4DCE-8157-F6F2E2783276}" destId="{88EDACE5-21AE-4482-B8C7-116CF3A27E99}" srcOrd="0" destOrd="0" presId="urn:microsoft.com/office/officeart/2005/8/layout/hierarchy2"/>
    <dgm:cxn modelId="{D8D574F3-0600-44B8-8701-B6FBF837EB3F}" srcId="{003EA6EE-58E5-40BF-9EA2-140291096720}" destId="{0143ECBF-D013-4B67-835C-463B22DE9D12}" srcOrd="0" destOrd="0" parTransId="{432DCC30-3D30-4766-AE5A-DDA1E8E1C694}" sibTransId="{9C1A1D46-92B6-49D8-9042-590A4D8B1732}"/>
    <dgm:cxn modelId="{A0111FFA-4FA1-446D-8666-AECF0610C9CE}" type="presOf" srcId="{B2BE598A-CF53-4EAD-958F-AC3942F42736}" destId="{500CC38C-370D-4E38-962F-8E689C001DB3}" srcOrd="0" destOrd="0" presId="urn:microsoft.com/office/officeart/2005/8/layout/hierarchy2"/>
    <dgm:cxn modelId="{2E0067F5-CAA4-44AD-897C-0EBF4DB3A5DE}" type="presParOf" srcId="{2BD46A2F-C42F-406A-9A1B-2C52C3E69199}" destId="{64CF4588-342D-431F-BAAB-0FED7C7B9B22}" srcOrd="0" destOrd="0" presId="urn:microsoft.com/office/officeart/2005/8/layout/hierarchy2"/>
    <dgm:cxn modelId="{4709D836-A184-43AF-8838-97E421CD58BA}" type="presParOf" srcId="{64CF4588-342D-431F-BAAB-0FED7C7B9B22}" destId="{751A64B2-AA1B-4610-90F2-2585F0A6A46F}" srcOrd="0" destOrd="0" presId="urn:microsoft.com/office/officeart/2005/8/layout/hierarchy2"/>
    <dgm:cxn modelId="{A1828A92-2B03-4299-8010-F0C4FD60A14F}" type="presParOf" srcId="{64CF4588-342D-431F-BAAB-0FED7C7B9B22}" destId="{8F76A44D-3E95-4BEE-A6A2-B19DE39C4CC8}" srcOrd="1" destOrd="0" presId="urn:microsoft.com/office/officeart/2005/8/layout/hierarchy2"/>
    <dgm:cxn modelId="{CE65534A-0C7E-4243-8A9D-F50492CC45D9}" type="presParOf" srcId="{8F76A44D-3E95-4BEE-A6A2-B19DE39C4CC8}" destId="{27E9DFBA-38D9-4890-81CD-E6DD6F1BD76C}" srcOrd="0" destOrd="0" presId="urn:microsoft.com/office/officeart/2005/8/layout/hierarchy2"/>
    <dgm:cxn modelId="{A21DC10B-A00B-49A2-9C24-07F095B6143E}" type="presParOf" srcId="{27E9DFBA-38D9-4890-81CD-E6DD6F1BD76C}" destId="{CBB3C906-6C8E-43D0-A349-5CBA1BD5A1B2}" srcOrd="0" destOrd="0" presId="urn:microsoft.com/office/officeart/2005/8/layout/hierarchy2"/>
    <dgm:cxn modelId="{DDE2DF26-DE38-4256-807A-1FBB7A109CDA}" type="presParOf" srcId="{8F76A44D-3E95-4BEE-A6A2-B19DE39C4CC8}" destId="{16C6700E-9EBB-48A6-AFAB-3DD87471C1C2}" srcOrd="1" destOrd="0" presId="urn:microsoft.com/office/officeart/2005/8/layout/hierarchy2"/>
    <dgm:cxn modelId="{C6EEF56D-EEA6-4B2B-AC3D-D0B2DB96B3C0}" type="presParOf" srcId="{16C6700E-9EBB-48A6-AFAB-3DD87471C1C2}" destId="{CD21181F-0FF4-4082-92C6-4A9B73A74EDB}" srcOrd="0" destOrd="0" presId="urn:microsoft.com/office/officeart/2005/8/layout/hierarchy2"/>
    <dgm:cxn modelId="{344A4D6C-80CA-4318-B72D-4E199E7544E5}" type="presParOf" srcId="{16C6700E-9EBB-48A6-AFAB-3DD87471C1C2}" destId="{F1DFB375-DAC6-4FF8-91DE-BC0637159726}" srcOrd="1" destOrd="0" presId="urn:microsoft.com/office/officeart/2005/8/layout/hierarchy2"/>
    <dgm:cxn modelId="{7C143A85-7B08-4631-9724-CE4AE0A46D40}" type="presParOf" srcId="{F1DFB375-DAC6-4FF8-91DE-BC0637159726}" destId="{22C8D88C-9200-449A-95CA-C6C951FF9EFA}" srcOrd="0" destOrd="0" presId="urn:microsoft.com/office/officeart/2005/8/layout/hierarchy2"/>
    <dgm:cxn modelId="{67D98643-5DB1-4BD6-A536-CA790EF00672}" type="presParOf" srcId="{22C8D88C-9200-449A-95CA-C6C951FF9EFA}" destId="{D7C91FB9-804C-419F-A840-60C1222CFEF0}" srcOrd="0" destOrd="0" presId="urn:microsoft.com/office/officeart/2005/8/layout/hierarchy2"/>
    <dgm:cxn modelId="{73E9F792-5B73-481E-9457-A1F5C814E87F}" type="presParOf" srcId="{F1DFB375-DAC6-4FF8-91DE-BC0637159726}" destId="{6F13C50F-5A4A-42FF-8D18-6257C655505C}" srcOrd="1" destOrd="0" presId="urn:microsoft.com/office/officeart/2005/8/layout/hierarchy2"/>
    <dgm:cxn modelId="{58C9E72F-86E4-440C-8477-439B2BA6C182}" type="presParOf" srcId="{6F13C50F-5A4A-42FF-8D18-6257C655505C}" destId="{15AA3F71-DF63-44F2-A3BA-35AE6A6DBF7D}" srcOrd="0" destOrd="0" presId="urn:microsoft.com/office/officeart/2005/8/layout/hierarchy2"/>
    <dgm:cxn modelId="{CE248F47-5521-427D-BE76-53F4346B7608}" type="presParOf" srcId="{6F13C50F-5A4A-42FF-8D18-6257C655505C}" destId="{230A0D65-0855-402C-9DCF-6B08869A5139}" srcOrd="1" destOrd="0" presId="urn:microsoft.com/office/officeart/2005/8/layout/hierarchy2"/>
    <dgm:cxn modelId="{DD7F734B-DD07-4548-A360-84C88E49EE93}" type="presParOf" srcId="{F1DFB375-DAC6-4FF8-91DE-BC0637159726}" destId="{DF8ACA11-A784-4636-BE9F-ADD52C706CBC}" srcOrd="2" destOrd="0" presId="urn:microsoft.com/office/officeart/2005/8/layout/hierarchy2"/>
    <dgm:cxn modelId="{AB9001C5-F1B8-47F3-9AD1-9BB5B4FCA167}" type="presParOf" srcId="{DF8ACA11-A784-4636-BE9F-ADD52C706CBC}" destId="{4E231741-F076-452D-97E4-5E3BC1C34C63}" srcOrd="0" destOrd="0" presId="urn:microsoft.com/office/officeart/2005/8/layout/hierarchy2"/>
    <dgm:cxn modelId="{6ADD1D70-24B0-47FC-9949-66BDCB1147D7}" type="presParOf" srcId="{F1DFB375-DAC6-4FF8-91DE-BC0637159726}" destId="{9101B551-1B1D-4A77-A019-BBEE43D3A318}" srcOrd="3" destOrd="0" presId="urn:microsoft.com/office/officeart/2005/8/layout/hierarchy2"/>
    <dgm:cxn modelId="{634730DF-521F-490A-934B-559189B96057}" type="presParOf" srcId="{9101B551-1B1D-4A77-A019-BBEE43D3A318}" destId="{2CE1C545-78E0-47B5-8C72-53A9EE24CD60}" srcOrd="0" destOrd="0" presId="urn:microsoft.com/office/officeart/2005/8/layout/hierarchy2"/>
    <dgm:cxn modelId="{7EAD507A-31B3-4C23-86FE-1C62320BD574}" type="presParOf" srcId="{9101B551-1B1D-4A77-A019-BBEE43D3A318}" destId="{F811D60C-AF2A-4807-93C3-7732DE610F21}" srcOrd="1" destOrd="0" presId="urn:microsoft.com/office/officeart/2005/8/layout/hierarchy2"/>
    <dgm:cxn modelId="{2B76011F-8D8B-4CC8-9922-060CB1E95551}" type="presParOf" srcId="{8F76A44D-3E95-4BEE-A6A2-B19DE39C4CC8}" destId="{37DFA971-3BDD-4614-B3F4-FCCCA928E801}" srcOrd="2" destOrd="0" presId="urn:microsoft.com/office/officeart/2005/8/layout/hierarchy2"/>
    <dgm:cxn modelId="{6F026B5F-FE59-4A9D-A29D-55F937B561E0}" type="presParOf" srcId="{37DFA971-3BDD-4614-B3F4-FCCCA928E801}" destId="{2ED7A92A-530E-424D-81D7-0ABA1FBF8E80}" srcOrd="0" destOrd="0" presId="urn:microsoft.com/office/officeart/2005/8/layout/hierarchy2"/>
    <dgm:cxn modelId="{93C770E6-0299-479C-B97C-16CD549D2B9D}" type="presParOf" srcId="{8F76A44D-3E95-4BEE-A6A2-B19DE39C4CC8}" destId="{E5225CE1-2F09-4369-9607-0D669EBA8068}" srcOrd="3" destOrd="0" presId="urn:microsoft.com/office/officeart/2005/8/layout/hierarchy2"/>
    <dgm:cxn modelId="{73EEEF6C-DAAD-4E4A-BAC8-C571D50F22B6}" type="presParOf" srcId="{E5225CE1-2F09-4369-9607-0D669EBA8068}" destId="{250F3298-E4AA-4904-A12B-AAC232EBAA5C}" srcOrd="0" destOrd="0" presId="urn:microsoft.com/office/officeart/2005/8/layout/hierarchy2"/>
    <dgm:cxn modelId="{5A0029AD-35DD-4226-A466-26D96BA51501}" type="presParOf" srcId="{E5225CE1-2F09-4369-9607-0D669EBA8068}" destId="{BFED8BB7-D33D-472F-9935-70CC83B2F037}" srcOrd="1" destOrd="0" presId="urn:microsoft.com/office/officeart/2005/8/layout/hierarchy2"/>
    <dgm:cxn modelId="{EF7B5004-9EA1-4DE7-8239-64C796CC8C85}" type="presParOf" srcId="{BFED8BB7-D33D-472F-9935-70CC83B2F037}" destId="{500CC38C-370D-4E38-962F-8E689C001DB3}" srcOrd="0" destOrd="0" presId="urn:microsoft.com/office/officeart/2005/8/layout/hierarchy2"/>
    <dgm:cxn modelId="{05741C8E-1B9F-4308-AB86-305032139F00}" type="presParOf" srcId="{500CC38C-370D-4E38-962F-8E689C001DB3}" destId="{85D74912-EC50-4B9F-B5C0-FAED0F6C91EF}" srcOrd="0" destOrd="0" presId="urn:microsoft.com/office/officeart/2005/8/layout/hierarchy2"/>
    <dgm:cxn modelId="{10993560-0A92-4CF2-ADB4-2F5BDD78F24E}" type="presParOf" srcId="{BFED8BB7-D33D-472F-9935-70CC83B2F037}" destId="{00CEF6A7-71FB-4F30-8D68-E51F32B89E83}" srcOrd="1" destOrd="0" presId="urn:microsoft.com/office/officeart/2005/8/layout/hierarchy2"/>
    <dgm:cxn modelId="{66825A5B-99EA-4B95-BD0C-52C717F2880C}" type="presParOf" srcId="{00CEF6A7-71FB-4F30-8D68-E51F32B89E83}" destId="{88EDACE5-21AE-4482-B8C7-116CF3A27E99}" srcOrd="0" destOrd="0" presId="urn:microsoft.com/office/officeart/2005/8/layout/hierarchy2"/>
    <dgm:cxn modelId="{FCBA194C-9759-4A77-AAEC-3B0E52818E8E}" type="presParOf" srcId="{00CEF6A7-71FB-4F30-8D68-E51F32B89E83}" destId="{80B51281-666C-4AB5-84E9-437113A56E9E}" srcOrd="1" destOrd="0" presId="urn:microsoft.com/office/officeart/2005/8/layout/hierarchy2"/>
    <dgm:cxn modelId="{04DA510B-2181-43FA-877F-F98F4DC71405}" type="presParOf" srcId="{BFED8BB7-D33D-472F-9935-70CC83B2F037}" destId="{5B061652-2171-4D39-8BCD-A835674795F1}" srcOrd="2" destOrd="0" presId="urn:microsoft.com/office/officeart/2005/8/layout/hierarchy2"/>
    <dgm:cxn modelId="{A0C00E74-6898-47E0-8C3C-C0EDB30D5761}" type="presParOf" srcId="{5B061652-2171-4D39-8BCD-A835674795F1}" destId="{5B52B8B1-5A7E-47DC-BFAF-F4C44426EF47}" srcOrd="0" destOrd="0" presId="urn:microsoft.com/office/officeart/2005/8/layout/hierarchy2"/>
    <dgm:cxn modelId="{2DC8DA69-F974-4FD5-A83B-E814A6AE8C2A}" type="presParOf" srcId="{BFED8BB7-D33D-472F-9935-70CC83B2F037}" destId="{9501ABE0-7D23-49A4-8799-651C2C2C8E56}" srcOrd="3" destOrd="0" presId="urn:microsoft.com/office/officeart/2005/8/layout/hierarchy2"/>
    <dgm:cxn modelId="{7E22E067-E201-4EB9-B1C0-DE765327674E}" type="presParOf" srcId="{9501ABE0-7D23-49A4-8799-651C2C2C8E56}" destId="{11F686DE-25FA-4C6B-B5BD-0426FD435EBF}" srcOrd="0" destOrd="0" presId="urn:microsoft.com/office/officeart/2005/8/layout/hierarchy2"/>
    <dgm:cxn modelId="{B265FCBF-62A7-420E-ADF9-6851E840DA0E}" type="presParOf" srcId="{9501ABE0-7D23-49A4-8799-651C2C2C8E56}" destId="{32D9AA0C-B29A-4CDD-BC13-44F570C7D123}" srcOrd="1" destOrd="0" presId="urn:microsoft.com/office/officeart/2005/8/layout/hierarchy2"/>
    <dgm:cxn modelId="{CB3E4494-9FE5-4465-9620-C9FBFE5CB8E2}" type="presParOf" srcId="{BFED8BB7-D33D-472F-9935-70CC83B2F037}" destId="{4D73C71E-89F8-46D7-ABCD-94CC477E1629}" srcOrd="4" destOrd="0" presId="urn:microsoft.com/office/officeart/2005/8/layout/hierarchy2"/>
    <dgm:cxn modelId="{F8630AA0-CF9A-4439-A847-ABFBBB69D069}" type="presParOf" srcId="{4D73C71E-89F8-46D7-ABCD-94CC477E1629}" destId="{031D1B23-0E26-4678-BE6A-437811C2DF66}" srcOrd="0" destOrd="0" presId="urn:microsoft.com/office/officeart/2005/8/layout/hierarchy2"/>
    <dgm:cxn modelId="{EB116B53-3BBD-4DC4-979C-6D13463094DA}" type="presParOf" srcId="{BFED8BB7-D33D-472F-9935-70CC83B2F037}" destId="{54A643DF-6179-4C93-8A7A-0DD209DD08D7}" srcOrd="5" destOrd="0" presId="urn:microsoft.com/office/officeart/2005/8/layout/hierarchy2"/>
    <dgm:cxn modelId="{D1AFD536-D38B-4232-9EE1-F2E216EF6D5B}" type="presParOf" srcId="{54A643DF-6179-4C93-8A7A-0DD209DD08D7}" destId="{2370C263-D04C-4203-963B-8F5DE028DD68}" srcOrd="0" destOrd="0" presId="urn:microsoft.com/office/officeart/2005/8/layout/hierarchy2"/>
    <dgm:cxn modelId="{F2F10C69-DC81-4208-B532-2A1A0342273F}" type="presParOf" srcId="{54A643DF-6179-4C93-8A7A-0DD209DD08D7}" destId="{026ADC69-F3F6-473F-9715-C26D88688F3B}" srcOrd="1" destOrd="0" presId="urn:microsoft.com/office/officeart/2005/8/layout/hierarchy2"/>
    <dgm:cxn modelId="{5D3AB735-59F4-4E51-89D1-DB2FB2888547}" type="presParOf" srcId="{BFED8BB7-D33D-472F-9935-70CC83B2F037}" destId="{58F4492D-8348-40AC-AEC6-55C7C3535C7C}" srcOrd="6" destOrd="0" presId="urn:microsoft.com/office/officeart/2005/8/layout/hierarchy2"/>
    <dgm:cxn modelId="{EE54B02C-F12B-4FAE-B548-31A726A16BC3}" type="presParOf" srcId="{58F4492D-8348-40AC-AEC6-55C7C3535C7C}" destId="{9B1C92DF-85F9-4E10-9A54-D70B27BED890}" srcOrd="0" destOrd="0" presId="urn:microsoft.com/office/officeart/2005/8/layout/hierarchy2"/>
    <dgm:cxn modelId="{DC270C7E-9C3E-431B-A083-770A24C63717}" type="presParOf" srcId="{BFED8BB7-D33D-472F-9935-70CC83B2F037}" destId="{2CDA1DCB-B9F9-4A50-988C-DD08A9CE3EC9}" srcOrd="7" destOrd="0" presId="urn:microsoft.com/office/officeart/2005/8/layout/hierarchy2"/>
    <dgm:cxn modelId="{61AE555A-067C-468E-AEA8-0DDBA001ECBB}" type="presParOf" srcId="{2CDA1DCB-B9F9-4A50-988C-DD08A9CE3EC9}" destId="{3E4CFFF9-FD55-47C7-9E6D-F0C6A9412ADB}" srcOrd="0" destOrd="0" presId="urn:microsoft.com/office/officeart/2005/8/layout/hierarchy2"/>
    <dgm:cxn modelId="{AEF42387-D8FD-4C38-B7D5-50796059AB12}" type="presParOf" srcId="{2CDA1DCB-B9F9-4A50-988C-DD08A9CE3EC9}" destId="{1F504D06-2833-4921-BF41-19F5946FA07C}"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843979"/>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my-project</a:t>
          </a:r>
        </a:p>
      </dsp:txBody>
      <dsp:txXfrm>
        <a:off x="12928" y="856907"/>
        <a:ext cx="856901" cy="415522"/>
      </dsp:txXfrm>
    </dsp:sp>
    <dsp:sp modelId="{27E9DFBA-38D9-4890-81CD-E6DD6F1BD76C}">
      <dsp:nvSpPr>
        <dsp:cNvPr id="0" name=""/>
        <dsp:cNvSpPr/>
      </dsp:nvSpPr>
      <dsp:spPr>
        <a:xfrm>
          <a:off x="882757" y="1055286"/>
          <a:ext cx="186633" cy="18764"/>
        </a:xfrm>
        <a:custGeom>
          <a:avLst/>
          <a:gdLst/>
          <a:ahLst/>
          <a:cxnLst/>
          <a:rect l="0" t="0" r="0" b="0"/>
          <a:pathLst>
            <a:path>
              <a:moveTo>
                <a:pt x="0" y="9382"/>
              </a:moveTo>
              <a:lnTo>
                <a:pt x="186633" y="93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71408" y="1060003"/>
        <a:ext cx="9331" cy="9331"/>
      </dsp:txXfrm>
    </dsp:sp>
    <dsp:sp modelId="{CD21181F-0FF4-4082-92C6-4A9B73A74EDB}">
      <dsp:nvSpPr>
        <dsp:cNvPr id="0" name=""/>
        <dsp:cNvSpPr/>
      </dsp:nvSpPr>
      <dsp:spPr>
        <a:xfrm>
          <a:off x="1069391" y="843979"/>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docs</a:t>
          </a:r>
        </a:p>
      </dsp:txBody>
      <dsp:txXfrm>
        <a:off x="1082319" y="856907"/>
        <a:ext cx="856901" cy="415522"/>
      </dsp:txXfrm>
    </dsp:sp>
    <dsp:sp modelId="{22C8D88C-9200-449A-95CA-C6C951FF9EFA}">
      <dsp:nvSpPr>
        <dsp:cNvPr id="0" name=""/>
        <dsp:cNvSpPr/>
      </dsp:nvSpPr>
      <dsp:spPr>
        <a:xfrm rot="21292349">
          <a:off x="1951099" y="1031858"/>
          <a:ext cx="524285" cy="18764"/>
        </a:xfrm>
        <a:custGeom>
          <a:avLst/>
          <a:gdLst/>
          <a:ahLst/>
          <a:cxnLst/>
          <a:rect l="0" t="0" r="0" b="0"/>
          <a:pathLst>
            <a:path>
              <a:moveTo>
                <a:pt x="0" y="9382"/>
              </a:moveTo>
              <a:lnTo>
                <a:pt x="524285" y="93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00135" y="1028133"/>
        <a:ext cx="26214" cy="26214"/>
      </dsp:txXfrm>
    </dsp:sp>
    <dsp:sp modelId="{15AA3F71-DF63-44F2-A3BA-35AE6A6DBF7D}">
      <dsp:nvSpPr>
        <dsp:cNvPr id="0" name=""/>
        <dsp:cNvSpPr/>
      </dsp:nvSpPr>
      <dsp:spPr>
        <a:xfrm>
          <a:off x="2474336" y="797122"/>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manual.docx</a:t>
          </a:r>
        </a:p>
      </dsp:txBody>
      <dsp:txXfrm>
        <a:off x="2487264" y="810050"/>
        <a:ext cx="856901" cy="415522"/>
      </dsp:txXfrm>
    </dsp:sp>
    <dsp:sp modelId="{DF8ACA11-A784-4636-BE9F-ADD52C706CBC}">
      <dsp:nvSpPr>
        <dsp:cNvPr id="0" name=""/>
        <dsp:cNvSpPr/>
      </dsp:nvSpPr>
      <dsp:spPr>
        <a:xfrm rot="2156824">
          <a:off x="1891847" y="1241166"/>
          <a:ext cx="633281" cy="18764"/>
        </a:xfrm>
        <a:custGeom>
          <a:avLst/>
          <a:gdLst/>
          <a:ahLst/>
          <a:cxnLst/>
          <a:rect l="0" t="0" r="0" b="0"/>
          <a:pathLst>
            <a:path>
              <a:moveTo>
                <a:pt x="0" y="9382"/>
              </a:moveTo>
              <a:lnTo>
                <a:pt x="633281" y="93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92656" y="1234717"/>
        <a:ext cx="31664" cy="31664"/>
      </dsp:txXfrm>
    </dsp:sp>
    <dsp:sp modelId="{2CE1C545-78E0-47B5-8C72-53A9EE24CD60}">
      <dsp:nvSpPr>
        <dsp:cNvPr id="0" name=""/>
        <dsp:cNvSpPr/>
      </dsp:nvSpPr>
      <dsp:spPr>
        <a:xfrm>
          <a:off x="2464828" y="1215739"/>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user_docs.docx</a:t>
          </a:r>
        </a:p>
      </dsp:txBody>
      <dsp:txXfrm>
        <a:off x="2477756" y="1228667"/>
        <a:ext cx="856901" cy="415522"/>
      </dsp:txXfrm>
    </dsp:sp>
    <dsp:sp modelId="{37DFA971-3BDD-4614-B3F4-FCCCA928E801}">
      <dsp:nvSpPr>
        <dsp:cNvPr id="0" name=""/>
        <dsp:cNvSpPr/>
      </dsp:nvSpPr>
      <dsp:spPr>
        <a:xfrm rot="4507773">
          <a:off x="612457" y="1406725"/>
          <a:ext cx="727234" cy="18764"/>
        </a:xfrm>
        <a:custGeom>
          <a:avLst/>
          <a:gdLst/>
          <a:ahLst/>
          <a:cxnLst/>
          <a:rect l="0" t="0" r="0" b="0"/>
          <a:pathLst>
            <a:path>
              <a:moveTo>
                <a:pt x="0" y="9382"/>
              </a:moveTo>
              <a:lnTo>
                <a:pt x="727234" y="93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57893" y="1397927"/>
        <a:ext cx="36361" cy="36361"/>
      </dsp:txXfrm>
    </dsp:sp>
    <dsp:sp modelId="{250F3298-E4AA-4904-A12B-AAC232EBAA5C}">
      <dsp:nvSpPr>
        <dsp:cNvPr id="0" name=""/>
        <dsp:cNvSpPr/>
      </dsp:nvSpPr>
      <dsp:spPr>
        <a:xfrm>
          <a:off x="1069391" y="1546857"/>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err="1"/>
            <a:t>src</a:t>
          </a:r>
          <a:endParaRPr lang="en-US" sz="1000" kern="1200" dirty="0"/>
        </a:p>
      </dsp:txBody>
      <dsp:txXfrm>
        <a:off x="1082319" y="1559785"/>
        <a:ext cx="856901" cy="415522"/>
      </dsp:txXfrm>
    </dsp:sp>
    <dsp:sp modelId="{500CC38C-370D-4E38-962F-8E689C001DB3}">
      <dsp:nvSpPr>
        <dsp:cNvPr id="0" name=""/>
        <dsp:cNvSpPr/>
      </dsp:nvSpPr>
      <dsp:spPr>
        <a:xfrm rot="1095096">
          <a:off x="1938807" y="1841219"/>
          <a:ext cx="530375" cy="18764"/>
        </a:xfrm>
        <a:custGeom>
          <a:avLst/>
          <a:gdLst/>
          <a:ahLst/>
          <a:cxnLst/>
          <a:rect l="0" t="0" r="0" b="0"/>
          <a:pathLst>
            <a:path>
              <a:moveTo>
                <a:pt x="0" y="9382"/>
              </a:moveTo>
              <a:lnTo>
                <a:pt x="530375" y="93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90735" y="1837342"/>
        <a:ext cx="26518" cy="26518"/>
      </dsp:txXfrm>
    </dsp:sp>
    <dsp:sp modelId="{88EDACE5-21AE-4482-B8C7-116CF3A27E99}">
      <dsp:nvSpPr>
        <dsp:cNvPr id="0" name=""/>
        <dsp:cNvSpPr/>
      </dsp:nvSpPr>
      <dsp:spPr>
        <a:xfrm>
          <a:off x="2455841" y="1712966"/>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err="1"/>
            <a:t>main.rkt</a:t>
          </a:r>
          <a:endParaRPr lang="en-US" sz="1000" kern="1200" dirty="0"/>
        </a:p>
      </dsp:txBody>
      <dsp:txXfrm>
        <a:off x="2468769" y="1725894"/>
        <a:ext cx="856901" cy="415522"/>
      </dsp:txXfrm>
    </dsp:sp>
    <dsp:sp modelId="{5B061652-2171-4D39-8BCD-A835674795F1}">
      <dsp:nvSpPr>
        <dsp:cNvPr id="0" name=""/>
        <dsp:cNvSpPr/>
      </dsp:nvSpPr>
      <dsp:spPr>
        <a:xfrm rot="2929860">
          <a:off x="1822749" y="2043218"/>
          <a:ext cx="757344" cy="18764"/>
        </a:xfrm>
        <a:custGeom>
          <a:avLst/>
          <a:gdLst/>
          <a:ahLst/>
          <a:cxnLst/>
          <a:rect l="0" t="0" r="0" b="0"/>
          <a:pathLst>
            <a:path>
              <a:moveTo>
                <a:pt x="0" y="9382"/>
              </a:moveTo>
              <a:lnTo>
                <a:pt x="757344" y="93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82488" y="2033667"/>
        <a:ext cx="37867" cy="37867"/>
      </dsp:txXfrm>
    </dsp:sp>
    <dsp:sp modelId="{11F686DE-25FA-4C6B-B5BD-0426FD435EBF}">
      <dsp:nvSpPr>
        <dsp:cNvPr id="0" name=""/>
        <dsp:cNvSpPr/>
      </dsp:nvSpPr>
      <dsp:spPr>
        <a:xfrm>
          <a:off x="2450695" y="2116965"/>
          <a:ext cx="85572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module1.rkt</a:t>
          </a:r>
        </a:p>
      </dsp:txBody>
      <dsp:txXfrm>
        <a:off x="2463623" y="2129893"/>
        <a:ext cx="829871" cy="415522"/>
      </dsp:txXfrm>
    </dsp:sp>
    <dsp:sp modelId="{4D73C71E-89F8-46D7-ABCD-94CC477E1629}">
      <dsp:nvSpPr>
        <dsp:cNvPr id="0" name=""/>
        <dsp:cNvSpPr/>
      </dsp:nvSpPr>
      <dsp:spPr>
        <a:xfrm rot="3804751">
          <a:off x="1644466" y="2256223"/>
          <a:ext cx="1113911" cy="18764"/>
        </a:xfrm>
        <a:custGeom>
          <a:avLst/>
          <a:gdLst/>
          <a:ahLst/>
          <a:cxnLst/>
          <a:rect l="0" t="0" r="0" b="0"/>
          <a:pathLst>
            <a:path>
              <a:moveTo>
                <a:pt x="0" y="9382"/>
              </a:moveTo>
              <a:lnTo>
                <a:pt x="1113911" y="93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73574" y="2237758"/>
        <a:ext cx="55695" cy="55695"/>
      </dsp:txXfrm>
    </dsp:sp>
    <dsp:sp modelId="{2370C263-D04C-4203-963B-8F5DE028DD68}">
      <dsp:nvSpPr>
        <dsp:cNvPr id="0" name=""/>
        <dsp:cNvSpPr/>
      </dsp:nvSpPr>
      <dsp:spPr>
        <a:xfrm>
          <a:off x="2450695" y="2542975"/>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module2.rkt</a:t>
          </a:r>
        </a:p>
      </dsp:txBody>
      <dsp:txXfrm>
        <a:off x="2463623" y="2555903"/>
        <a:ext cx="856901" cy="415522"/>
      </dsp:txXfrm>
    </dsp:sp>
    <dsp:sp modelId="{58F4492D-8348-40AC-AEC6-55C7C3535C7C}">
      <dsp:nvSpPr>
        <dsp:cNvPr id="0" name=""/>
        <dsp:cNvSpPr/>
      </dsp:nvSpPr>
      <dsp:spPr>
        <a:xfrm rot="4240874">
          <a:off x="1447929" y="2469230"/>
          <a:ext cx="1506986" cy="18764"/>
        </a:xfrm>
        <a:custGeom>
          <a:avLst/>
          <a:gdLst/>
          <a:ahLst/>
          <a:cxnLst/>
          <a:rect l="0" t="0" r="0" b="0"/>
          <a:pathLst>
            <a:path>
              <a:moveTo>
                <a:pt x="0" y="9382"/>
              </a:moveTo>
              <a:lnTo>
                <a:pt x="1506986" y="93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63747" y="2440938"/>
        <a:ext cx="75349" cy="75349"/>
      </dsp:txXfrm>
    </dsp:sp>
    <dsp:sp modelId="{3E4CFFF9-FD55-47C7-9E6D-F0C6A9412ADB}">
      <dsp:nvSpPr>
        <dsp:cNvPr id="0" name=""/>
        <dsp:cNvSpPr/>
      </dsp:nvSpPr>
      <dsp:spPr>
        <a:xfrm>
          <a:off x="2450695" y="2968989"/>
          <a:ext cx="882757" cy="4413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module3.rkt</a:t>
          </a:r>
        </a:p>
      </dsp:txBody>
      <dsp:txXfrm>
        <a:off x="2463623" y="2981917"/>
        <a:ext cx="856901" cy="4155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1199572"/>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my-project</a:t>
          </a:r>
        </a:p>
      </dsp:txBody>
      <dsp:txXfrm>
        <a:off x="11066" y="1210638"/>
        <a:ext cx="733489" cy="355678"/>
      </dsp:txXfrm>
    </dsp:sp>
    <dsp:sp modelId="{27E9DFBA-38D9-4890-81CD-E6DD6F1BD76C}">
      <dsp:nvSpPr>
        <dsp:cNvPr id="0" name=""/>
        <dsp:cNvSpPr/>
      </dsp:nvSpPr>
      <dsp:spPr>
        <a:xfrm>
          <a:off x="755621" y="1381050"/>
          <a:ext cx="159485" cy="14853"/>
        </a:xfrm>
        <a:custGeom>
          <a:avLst/>
          <a:gdLst/>
          <a:ahLst/>
          <a:cxnLst/>
          <a:rect l="0" t="0" r="0" b="0"/>
          <a:pathLst>
            <a:path>
              <a:moveTo>
                <a:pt x="0" y="7426"/>
              </a:moveTo>
              <a:lnTo>
                <a:pt x="159485" y="742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1377" y="1384490"/>
        <a:ext cx="7974" cy="7974"/>
      </dsp:txXfrm>
    </dsp:sp>
    <dsp:sp modelId="{CD21181F-0FF4-4082-92C6-4A9B73A74EDB}">
      <dsp:nvSpPr>
        <dsp:cNvPr id="0" name=""/>
        <dsp:cNvSpPr/>
      </dsp:nvSpPr>
      <dsp:spPr>
        <a:xfrm>
          <a:off x="915106" y="1199572"/>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docs</a:t>
          </a:r>
        </a:p>
      </dsp:txBody>
      <dsp:txXfrm>
        <a:off x="926172" y="1210638"/>
        <a:ext cx="733489" cy="355678"/>
      </dsp:txXfrm>
    </dsp:sp>
    <dsp:sp modelId="{22C8D88C-9200-449A-95CA-C6C951FF9EFA}">
      <dsp:nvSpPr>
        <dsp:cNvPr id="0" name=""/>
        <dsp:cNvSpPr/>
      </dsp:nvSpPr>
      <dsp:spPr>
        <a:xfrm rot="21292165">
          <a:off x="1669829" y="1360996"/>
          <a:ext cx="448509" cy="14853"/>
        </a:xfrm>
        <a:custGeom>
          <a:avLst/>
          <a:gdLst/>
          <a:ahLst/>
          <a:cxnLst/>
          <a:rect l="0" t="0" r="0" b="0"/>
          <a:pathLst>
            <a:path>
              <a:moveTo>
                <a:pt x="0" y="7426"/>
              </a:moveTo>
              <a:lnTo>
                <a:pt x="448509" y="74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82871" y="1357210"/>
        <a:ext cx="22425" cy="22425"/>
      </dsp:txXfrm>
    </dsp:sp>
    <dsp:sp modelId="{15AA3F71-DF63-44F2-A3BA-35AE6A6DBF7D}">
      <dsp:nvSpPr>
        <dsp:cNvPr id="0" name=""/>
        <dsp:cNvSpPr/>
      </dsp:nvSpPr>
      <dsp:spPr>
        <a:xfrm>
          <a:off x="2117440" y="1159463"/>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manual.docx</a:t>
          </a:r>
        </a:p>
      </dsp:txBody>
      <dsp:txXfrm>
        <a:off x="2128506" y="1170529"/>
        <a:ext cx="733489" cy="355678"/>
      </dsp:txXfrm>
    </dsp:sp>
    <dsp:sp modelId="{DF8ACA11-A784-4636-BE9F-ADD52C706CBC}">
      <dsp:nvSpPr>
        <dsp:cNvPr id="0" name=""/>
        <dsp:cNvSpPr/>
      </dsp:nvSpPr>
      <dsp:spPr>
        <a:xfrm rot="2156824">
          <a:off x="1619111" y="1540160"/>
          <a:ext cx="542075" cy="14853"/>
        </a:xfrm>
        <a:custGeom>
          <a:avLst/>
          <a:gdLst/>
          <a:ahLst/>
          <a:cxnLst/>
          <a:rect l="0" t="0" r="0" b="0"/>
          <a:pathLst>
            <a:path>
              <a:moveTo>
                <a:pt x="0" y="7426"/>
              </a:moveTo>
              <a:lnTo>
                <a:pt x="542075" y="74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76597" y="1534035"/>
        <a:ext cx="27103" cy="27103"/>
      </dsp:txXfrm>
    </dsp:sp>
    <dsp:sp modelId="{2CE1C545-78E0-47B5-8C72-53A9EE24CD60}">
      <dsp:nvSpPr>
        <dsp:cNvPr id="0" name=""/>
        <dsp:cNvSpPr/>
      </dsp:nvSpPr>
      <dsp:spPr>
        <a:xfrm>
          <a:off x="2109570" y="1517790"/>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user_docs.docx</a:t>
          </a:r>
        </a:p>
      </dsp:txBody>
      <dsp:txXfrm>
        <a:off x="2120636" y="1528856"/>
        <a:ext cx="733489" cy="355678"/>
      </dsp:txXfrm>
    </dsp:sp>
    <dsp:sp modelId="{37DFA971-3BDD-4614-B3F4-FCCCA928E801}">
      <dsp:nvSpPr>
        <dsp:cNvPr id="0" name=""/>
        <dsp:cNvSpPr/>
      </dsp:nvSpPr>
      <dsp:spPr>
        <a:xfrm rot="4509207">
          <a:off x="524150" y="1681875"/>
          <a:ext cx="622427" cy="14853"/>
        </a:xfrm>
        <a:custGeom>
          <a:avLst/>
          <a:gdLst/>
          <a:ahLst/>
          <a:cxnLst/>
          <a:rect l="0" t="0" r="0" b="0"/>
          <a:pathLst>
            <a:path>
              <a:moveTo>
                <a:pt x="0" y="7426"/>
              </a:moveTo>
              <a:lnTo>
                <a:pt x="622427" y="742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19803" y="1673741"/>
        <a:ext cx="31121" cy="31121"/>
      </dsp:txXfrm>
    </dsp:sp>
    <dsp:sp modelId="{250F3298-E4AA-4904-A12B-AAC232EBAA5C}">
      <dsp:nvSpPr>
        <dsp:cNvPr id="0" name=""/>
        <dsp:cNvSpPr/>
      </dsp:nvSpPr>
      <dsp:spPr>
        <a:xfrm>
          <a:off x="915106" y="1801220"/>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err="1"/>
            <a:t>src</a:t>
          </a:r>
          <a:endParaRPr lang="en-US" sz="900" kern="1200" dirty="0"/>
        </a:p>
      </dsp:txBody>
      <dsp:txXfrm>
        <a:off x="926172" y="1812286"/>
        <a:ext cx="733489" cy="355678"/>
      </dsp:txXfrm>
    </dsp:sp>
    <dsp:sp modelId="{500CC38C-370D-4E38-962F-8E689C001DB3}">
      <dsp:nvSpPr>
        <dsp:cNvPr id="0" name=""/>
        <dsp:cNvSpPr/>
      </dsp:nvSpPr>
      <dsp:spPr>
        <a:xfrm rot="1095096">
          <a:off x="1659308" y="2053792"/>
          <a:ext cx="453990" cy="14853"/>
        </a:xfrm>
        <a:custGeom>
          <a:avLst/>
          <a:gdLst/>
          <a:ahLst/>
          <a:cxnLst/>
          <a:rect l="0" t="0" r="0" b="0"/>
          <a:pathLst>
            <a:path>
              <a:moveTo>
                <a:pt x="0" y="7426"/>
              </a:moveTo>
              <a:lnTo>
                <a:pt x="453990" y="74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74953" y="2049869"/>
        <a:ext cx="22699" cy="22699"/>
      </dsp:txXfrm>
    </dsp:sp>
    <dsp:sp modelId="{88EDACE5-21AE-4482-B8C7-116CF3A27E99}">
      <dsp:nvSpPr>
        <dsp:cNvPr id="0" name=""/>
        <dsp:cNvSpPr/>
      </dsp:nvSpPr>
      <dsp:spPr>
        <a:xfrm>
          <a:off x="2101878" y="1943406"/>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err="1"/>
            <a:t>main.rkt</a:t>
          </a:r>
          <a:endParaRPr lang="en-US" sz="900" kern="1200" dirty="0"/>
        </a:p>
      </dsp:txBody>
      <dsp:txXfrm>
        <a:off x="2112944" y="1954472"/>
        <a:ext cx="733489" cy="355678"/>
      </dsp:txXfrm>
    </dsp:sp>
    <dsp:sp modelId="{5B061652-2171-4D39-8BCD-A835674795F1}">
      <dsp:nvSpPr>
        <dsp:cNvPr id="0" name=""/>
        <dsp:cNvSpPr/>
      </dsp:nvSpPr>
      <dsp:spPr>
        <a:xfrm rot="2929860">
          <a:off x="1559965" y="2226698"/>
          <a:ext cx="648270" cy="14853"/>
        </a:xfrm>
        <a:custGeom>
          <a:avLst/>
          <a:gdLst/>
          <a:ahLst/>
          <a:cxnLst/>
          <a:rect l="0" t="0" r="0" b="0"/>
          <a:pathLst>
            <a:path>
              <a:moveTo>
                <a:pt x="0" y="7426"/>
              </a:moveTo>
              <a:lnTo>
                <a:pt x="648270" y="74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67893" y="2217918"/>
        <a:ext cx="32413" cy="32413"/>
      </dsp:txXfrm>
    </dsp:sp>
    <dsp:sp modelId="{11F686DE-25FA-4C6B-B5BD-0426FD435EBF}">
      <dsp:nvSpPr>
        <dsp:cNvPr id="0" name=""/>
        <dsp:cNvSpPr/>
      </dsp:nvSpPr>
      <dsp:spPr>
        <a:xfrm>
          <a:off x="2097473" y="2289220"/>
          <a:ext cx="732484"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module1.rkt</a:t>
          </a:r>
        </a:p>
      </dsp:txBody>
      <dsp:txXfrm>
        <a:off x="2108539" y="2300286"/>
        <a:ext cx="710352" cy="355678"/>
      </dsp:txXfrm>
    </dsp:sp>
    <dsp:sp modelId="{4D73C71E-89F8-46D7-ABCD-94CC477E1629}">
      <dsp:nvSpPr>
        <dsp:cNvPr id="0" name=""/>
        <dsp:cNvSpPr/>
      </dsp:nvSpPr>
      <dsp:spPr>
        <a:xfrm rot="3804751">
          <a:off x="1407358" y="2409026"/>
          <a:ext cx="953483" cy="14853"/>
        </a:xfrm>
        <a:custGeom>
          <a:avLst/>
          <a:gdLst/>
          <a:ahLst/>
          <a:cxnLst/>
          <a:rect l="0" t="0" r="0" b="0"/>
          <a:pathLst>
            <a:path>
              <a:moveTo>
                <a:pt x="0" y="7426"/>
              </a:moveTo>
              <a:lnTo>
                <a:pt x="953483" y="74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60263" y="2392616"/>
        <a:ext cx="47674" cy="47674"/>
      </dsp:txXfrm>
    </dsp:sp>
    <dsp:sp modelId="{2370C263-D04C-4203-963B-8F5DE028DD68}">
      <dsp:nvSpPr>
        <dsp:cNvPr id="0" name=""/>
        <dsp:cNvSpPr/>
      </dsp:nvSpPr>
      <dsp:spPr>
        <a:xfrm>
          <a:off x="2097473" y="2653875"/>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module2.rkt</a:t>
          </a:r>
        </a:p>
      </dsp:txBody>
      <dsp:txXfrm>
        <a:off x="2108539" y="2664941"/>
        <a:ext cx="733489" cy="355678"/>
      </dsp:txXfrm>
    </dsp:sp>
    <dsp:sp modelId="{58F4492D-8348-40AC-AEC6-55C7C3535C7C}">
      <dsp:nvSpPr>
        <dsp:cNvPr id="0" name=""/>
        <dsp:cNvSpPr/>
      </dsp:nvSpPr>
      <dsp:spPr>
        <a:xfrm rot="4240874">
          <a:off x="1239127" y="2591356"/>
          <a:ext cx="1289947" cy="14853"/>
        </a:xfrm>
        <a:custGeom>
          <a:avLst/>
          <a:gdLst/>
          <a:ahLst/>
          <a:cxnLst/>
          <a:rect l="0" t="0" r="0" b="0"/>
          <a:pathLst>
            <a:path>
              <a:moveTo>
                <a:pt x="0" y="7426"/>
              </a:moveTo>
              <a:lnTo>
                <a:pt x="1289947" y="74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1852" y="2566534"/>
        <a:ext cx="64497" cy="64497"/>
      </dsp:txXfrm>
    </dsp:sp>
    <dsp:sp modelId="{3E4CFFF9-FD55-47C7-9E6D-F0C6A9412ADB}">
      <dsp:nvSpPr>
        <dsp:cNvPr id="0" name=""/>
        <dsp:cNvSpPr/>
      </dsp:nvSpPr>
      <dsp:spPr>
        <a:xfrm>
          <a:off x="2097473" y="3018534"/>
          <a:ext cx="755621" cy="3778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module3.rkt</a:t>
          </a:r>
        </a:p>
      </dsp:txBody>
      <dsp:txXfrm>
        <a:off x="2108539" y="3029600"/>
        <a:ext cx="733489" cy="355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1368713"/>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my-project</a:t>
          </a:r>
        </a:p>
      </dsp:txBody>
      <dsp:txXfrm>
        <a:off x="10316" y="1379029"/>
        <a:ext cx="683776" cy="331572"/>
      </dsp:txXfrm>
    </dsp:sp>
    <dsp:sp modelId="{27E9DFBA-38D9-4890-81CD-E6DD6F1BD76C}">
      <dsp:nvSpPr>
        <dsp:cNvPr id="0" name=""/>
        <dsp:cNvSpPr/>
      </dsp:nvSpPr>
      <dsp:spPr>
        <a:xfrm>
          <a:off x="704408" y="1538168"/>
          <a:ext cx="149783" cy="13293"/>
        </a:xfrm>
        <a:custGeom>
          <a:avLst/>
          <a:gdLst/>
          <a:ahLst/>
          <a:cxnLst/>
          <a:rect l="0" t="0" r="0" b="0"/>
          <a:pathLst>
            <a:path>
              <a:moveTo>
                <a:pt x="0" y="6646"/>
              </a:moveTo>
              <a:lnTo>
                <a:pt x="149783" y="66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5555" y="1541070"/>
        <a:ext cx="7489" cy="7489"/>
      </dsp:txXfrm>
    </dsp:sp>
    <dsp:sp modelId="{CD21181F-0FF4-4082-92C6-4A9B73A74EDB}">
      <dsp:nvSpPr>
        <dsp:cNvPr id="0" name=""/>
        <dsp:cNvSpPr/>
      </dsp:nvSpPr>
      <dsp:spPr>
        <a:xfrm>
          <a:off x="854191" y="1368713"/>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docs</a:t>
          </a:r>
        </a:p>
      </dsp:txBody>
      <dsp:txXfrm>
        <a:off x="864507" y="1379029"/>
        <a:ext cx="683776" cy="331572"/>
      </dsp:txXfrm>
    </dsp:sp>
    <dsp:sp modelId="{22C8D88C-9200-449A-95CA-C6C951FF9EFA}">
      <dsp:nvSpPr>
        <dsp:cNvPr id="0" name=""/>
        <dsp:cNvSpPr/>
      </dsp:nvSpPr>
      <dsp:spPr>
        <a:xfrm rot="21292818">
          <a:off x="1557763" y="1519473"/>
          <a:ext cx="418998" cy="13293"/>
        </a:xfrm>
        <a:custGeom>
          <a:avLst/>
          <a:gdLst/>
          <a:ahLst/>
          <a:cxnLst/>
          <a:rect l="0" t="0" r="0" b="0"/>
          <a:pathLst>
            <a:path>
              <a:moveTo>
                <a:pt x="0" y="6646"/>
              </a:moveTo>
              <a:lnTo>
                <a:pt x="418998" y="66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56787" y="1515645"/>
        <a:ext cx="20949" cy="20949"/>
      </dsp:txXfrm>
    </dsp:sp>
    <dsp:sp modelId="{15AA3F71-DF63-44F2-A3BA-35AE6A6DBF7D}">
      <dsp:nvSpPr>
        <dsp:cNvPr id="0" name=""/>
        <dsp:cNvSpPr/>
      </dsp:nvSpPr>
      <dsp:spPr>
        <a:xfrm>
          <a:off x="1975925" y="1331323"/>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manual.docx</a:t>
          </a:r>
        </a:p>
      </dsp:txBody>
      <dsp:txXfrm>
        <a:off x="1986241" y="1341639"/>
        <a:ext cx="683776" cy="331572"/>
      </dsp:txXfrm>
    </dsp:sp>
    <dsp:sp modelId="{DF8ACA11-A784-4636-BE9F-ADD52C706CBC}">
      <dsp:nvSpPr>
        <dsp:cNvPr id="0" name=""/>
        <dsp:cNvSpPr/>
      </dsp:nvSpPr>
      <dsp:spPr>
        <a:xfrm rot="2156824">
          <a:off x="1510481" y="1686494"/>
          <a:ext cx="505335" cy="13293"/>
        </a:xfrm>
        <a:custGeom>
          <a:avLst/>
          <a:gdLst/>
          <a:ahLst/>
          <a:cxnLst/>
          <a:rect l="0" t="0" r="0" b="0"/>
          <a:pathLst>
            <a:path>
              <a:moveTo>
                <a:pt x="0" y="6646"/>
              </a:moveTo>
              <a:lnTo>
                <a:pt x="505335" y="66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50515" y="1680507"/>
        <a:ext cx="25266" cy="25266"/>
      </dsp:txXfrm>
    </dsp:sp>
    <dsp:sp modelId="{2CE1C545-78E0-47B5-8C72-53A9EE24CD60}">
      <dsp:nvSpPr>
        <dsp:cNvPr id="0" name=""/>
        <dsp:cNvSpPr/>
      </dsp:nvSpPr>
      <dsp:spPr>
        <a:xfrm>
          <a:off x="1967698" y="1665364"/>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user_docs.docx</a:t>
          </a:r>
        </a:p>
      </dsp:txBody>
      <dsp:txXfrm>
        <a:off x="1978014" y="1675680"/>
        <a:ext cx="683776" cy="331572"/>
      </dsp:txXfrm>
    </dsp:sp>
    <dsp:sp modelId="{37DFA971-3BDD-4614-B3F4-FCCCA928E801}">
      <dsp:nvSpPr>
        <dsp:cNvPr id="0" name=""/>
        <dsp:cNvSpPr/>
      </dsp:nvSpPr>
      <dsp:spPr>
        <a:xfrm rot="4502870">
          <a:off x="489036" y="1818604"/>
          <a:ext cx="580526" cy="13293"/>
        </a:xfrm>
        <a:custGeom>
          <a:avLst/>
          <a:gdLst/>
          <a:ahLst/>
          <a:cxnLst/>
          <a:rect l="0" t="0" r="0" b="0"/>
          <a:pathLst>
            <a:path>
              <a:moveTo>
                <a:pt x="0" y="6646"/>
              </a:moveTo>
              <a:lnTo>
                <a:pt x="580526" y="66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4786" y="1810737"/>
        <a:ext cx="29026" cy="29026"/>
      </dsp:txXfrm>
    </dsp:sp>
    <dsp:sp modelId="{250F3298-E4AA-4904-A12B-AAC232EBAA5C}">
      <dsp:nvSpPr>
        <dsp:cNvPr id="0" name=""/>
        <dsp:cNvSpPr/>
      </dsp:nvSpPr>
      <dsp:spPr>
        <a:xfrm>
          <a:off x="854191" y="1929584"/>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err="1"/>
            <a:t>src</a:t>
          </a:r>
          <a:endParaRPr lang="en-US" sz="800" kern="1200" dirty="0"/>
        </a:p>
      </dsp:txBody>
      <dsp:txXfrm>
        <a:off x="864507" y="1939900"/>
        <a:ext cx="683776" cy="331572"/>
      </dsp:txXfrm>
    </dsp:sp>
    <dsp:sp modelId="{500CC38C-370D-4E38-962F-8E689C001DB3}">
      <dsp:nvSpPr>
        <dsp:cNvPr id="0" name=""/>
        <dsp:cNvSpPr/>
      </dsp:nvSpPr>
      <dsp:spPr>
        <a:xfrm rot="1095096">
          <a:off x="1547953" y="2165313"/>
          <a:ext cx="423220" cy="13293"/>
        </a:xfrm>
        <a:custGeom>
          <a:avLst/>
          <a:gdLst/>
          <a:ahLst/>
          <a:cxnLst/>
          <a:rect l="0" t="0" r="0" b="0"/>
          <a:pathLst>
            <a:path>
              <a:moveTo>
                <a:pt x="0" y="6646"/>
              </a:moveTo>
              <a:lnTo>
                <a:pt x="423220" y="66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48982" y="2161379"/>
        <a:ext cx="21161" cy="21161"/>
      </dsp:txXfrm>
    </dsp:sp>
    <dsp:sp modelId="{88EDACE5-21AE-4482-B8C7-116CF3A27E99}">
      <dsp:nvSpPr>
        <dsp:cNvPr id="0" name=""/>
        <dsp:cNvSpPr/>
      </dsp:nvSpPr>
      <dsp:spPr>
        <a:xfrm>
          <a:off x="1960527" y="2062132"/>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err="1"/>
            <a:t>main.rkt</a:t>
          </a:r>
          <a:endParaRPr lang="en-US" sz="800" kern="1200" dirty="0"/>
        </a:p>
      </dsp:txBody>
      <dsp:txXfrm>
        <a:off x="1970843" y="2072448"/>
        <a:ext cx="683776" cy="331572"/>
      </dsp:txXfrm>
    </dsp:sp>
    <dsp:sp modelId="{5B061652-2171-4D39-8BCD-A835674795F1}">
      <dsp:nvSpPr>
        <dsp:cNvPr id="0" name=""/>
        <dsp:cNvSpPr/>
      </dsp:nvSpPr>
      <dsp:spPr>
        <a:xfrm rot="2929860">
          <a:off x="1455343" y="2326501"/>
          <a:ext cx="604332" cy="13293"/>
        </a:xfrm>
        <a:custGeom>
          <a:avLst/>
          <a:gdLst/>
          <a:ahLst/>
          <a:cxnLst/>
          <a:rect l="0" t="0" r="0" b="0"/>
          <a:pathLst>
            <a:path>
              <a:moveTo>
                <a:pt x="0" y="6646"/>
              </a:moveTo>
              <a:lnTo>
                <a:pt x="604332" y="66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42401" y="2318040"/>
        <a:ext cx="30216" cy="30216"/>
      </dsp:txXfrm>
    </dsp:sp>
    <dsp:sp modelId="{11F686DE-25FA-4C6B-B5BD-0426FD435EBF}">
      <dsp:nvSpPr>
        <dsp:cNvPr id="0" name=""/>
        <dsp:cNvSpPr/>
      </dsp:nvSpPr>
      <dsp:spPr>
        <a:xfrm>
          <a:off x="1956420" y="2384508"/>
          <a:ext cx="682839"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module1.rkt</a:t>
          </a:r>
        </a:p>
      </dsp:txBody>
      <dsp:txXfrm>
        <a:off x="1966736" y="2394824"/>
        <a:ext cx="662207" cy="331572"/>
      </dsp:txXfrm>
    </dsp:sp>
    <dsp:sp modelId="{4D73C71E-89F8-46D7-ABCD-94CC477E1629}">
      <dsp:nvSpPr>
        <dsp:cNvPr id="0" name=""/>
        <dsp:cNvSpPr/>
      </dsp:nvSpPr>
      <dsp:spPr>
        <a:xfrm rot="3804751">
          <a:off x="1313080" y="2496471"/>
          <a:ext cx="888859" cy="13293"/>
        </a:xfrm>
        <a:custGeom>
          <a:avLst/>
          <a:gdLst/>
          <a:ahLst/>
          <a:cxnLst/>
          <a:rect l="0" t="0" r="0" b="0"/>
          <a:pathLst>
            <a:path>
              <a:moveTo>
                <a:pt x="0" y="6646"/>
              </a:moveTo>
              <a:lnTo>
                <a:pt x="888859" y="66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5288" y="2480896"/>
        <a:ext cx="44442" cy="44442"/>
      </dsp:txXfrm>
    </dsp:sp>
    <dsp:sp modelId="{2370C263-D04C-4203-963B-8F5DE028DD68}">
      <dsp:nvSpPr>
        <dsp:cNvPr id="0" name=""/>
        <dsp:cNvSpPr/>
      </dsp:nvSpPr>
      <dsp:spPr>
        <a:xfrm>
          <a:off x="1956420" y="2724448"/>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module2.rkt</a:t>
          </a:r>
        </a:p>
      </dsp:txBody>
      <dsp:txXfrm>
        <a:off x="1966736" y="2734764"/>
        <a:ext cx="683776" cy="331572"/>
      </dsp:txXfrm>
    </dsp:sp>
    <dsp:sp modelId="{58F4492D-8348-40AC-AEC6-55C7C3535C7C}">
      <dsp:nvSpPr>
        <dsp:cNvPr id="0" name=""/>
        <dsp:cNvSpPr/>
      </dsp:nvSpPr>
      <dsp:spPr>
        <a:xfrm rot="4240874">
          <a:off x="1156250" y="2666443"/>
          <a:ext cx="1202519" cy="13293"/>
        </a:xfrm>
        <a:custGeom>
          <a:avLst/>
          <a:gdLst/>
          <a:ahLst/>
          <a:cxnLst/>
          <a:rect l="0" t="0" r="0" b="0"/>
          <a:pathLst>
            <a:path>
              <a:moveTo>
                <a:pt x="0" y="6646"/>
              </a:moveTo>
              <a:lnTo>
                <a:pt x="1202519" y="664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7446" y="2643027"/>
        <a:ext cx="60125" cy="60125"/>
      </dsp:txXfrm>
    </dsp:sp>
    <dsp:sp modelId="{3E4CFFF9-FD55-47C7-9E6D-F0C6A9412ADB}">
      <dsp:nvSpPr>
        <dsp:cNvPr id="0" name=""/>
        <dsp:cNvSpPr/>
      </dsp:nvSpPr>
      <dsp:spPr>
        <a:xfrm>
          <a:off x="1956420" y="3064392"/>
          <a:ext cx="704408" cy="3522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module3.rkt</a:t>
          </a:r>
        </a:p>
      </dsp:txBody>
      <dsp:txXfrm>
        <a:off x="1966736" y="3074708"/>
        <a:ext cx="683776" cy="3315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1267857"/>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my-project</a:t>
          </a:r>
        </a:p>
      </dsp:txBody>
      <dsp:txXfrm>
        <a:off x="10236" y="1278093"/>
        <a:ext cx="678493" cy="329010"/>
      </dsp:txXfrm>
    </dsp:sp>
    <dsp:sp modelId="{27E9DFBA-38D9-4890-81CD-E6DD6F1BD76C}">
      <dsp:nvSpPr>
        <dsp:cNvPr id="0" name=""/>
        <dsp:cNvSpPr/>
      </dsp:nvSpPr>
      <dsp:spPr>
        <a:xfrm>
          <a:off x="698965" y="1435688"/>
          <a:ext cx="147217" cy="13820"/>
        </a:xfrm>
        <a:custGeom>
          <a:avLst/>
          <a:gdLst/>
          <a:ahLst/>
          <a:cxnLst/>
          <a:rect l="0" t="0" r="0" b="0"/>
          <a:pathLst>
            <a:path>
              <a:moveTo>
                <a:pt x="0" y="6910"/>
              </a:moveTo>
              <a:lnTo>
                <a:pt x="147217" y="69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8893" y="1438918"/>
        <a:ext cx="7360" cy="7360"/>
      </dsp:txXfrm>
    </dsp:sp>
    <dsp:sp modelId="{CD21181F-0FF4-4082-92C6-4A9B73A74EDB}">
      <dsp:nvSpPr>
        <dsp:cNvPr id="0" name=""/>
        <dsp:cNvSpPr/>
      </dsp:nvSpPr>
      <dsp:spPr>
        <a:xfrm>
          <a:off x="846183" y="1267857"/>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docs</a:t>
          </a:r>
        </a:p>
      </dsp:txBody>
      <dsp:txXfrm>
        <a:off x="856419" y="1278093"/>
        <a:ext cx="678493" cy="329010"/>
      </dsp:txXfrm>
    </dsp:sp>
    <dsp:sp modelId="{22C8D88C-9200-449A-95CA-C6C951FF9EFA}">
      <dsp:nvSpPr>
        <dsp:cNvPr id="0" name=""/>
        <dsp:cNvSpPr/>
      </dsp:nvSpPr>
      <dsp:spPr>
        <a:xfrm rot="21291935">
          <a:off x="1544316" y="1417138"/>
          <a:ext cx="414572" cy="13820"/>
        </a:xfrm>
        <a:custGeom>
          <a:avLst/>
          <a:gdLst/>
          <a:ahLst/>
          <a:cxnLst/>
          <a:rect l="0" t="0" r="0" b="0"/>
          <a:pathLst>
            <a:path>
              <a:moveTo>
                <a:pt x="0" y="6910"/>
              </a:moveTo>
              <a:lnTo>
                <a:pt x="414572" y="69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41238" y="1413684"/>
        <a:ext cx="20728" cy="20728"/>
      </dsp:txXfrm>
    </dsp:sp>
    <dsp:sp modelId="{15AA3F71-DF63-44F2-A3BA-35AE6A6DBF7D}">
      <dsp:nvSpPr>
        <dsp:cNvPr id="0" name=""/>
        <dsp:cNvSpPr/>
      </dsp:nvSpPr>
      <dsp:spPr>
        <a:xfrm>
          <a:off x="1958056" y="1230756"/>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manual.docx</a:t>
          </a:r>
        </a:p>
      </dsp:txBody>
      <dsp:txXfrm>
        <a:off x="1968292" y="1240992"/>
        <a:ext cx="678493" cy="329010"/>
      </dsp:txXfrm>
    </dsp:sp>
    <dsp:sp modelId="{DF8ACA11-A784-4636-BE9F-ADD52C706CBC}">
      <dsp:nvSpPr>
        <dsp:cNvPr id="0" name=""/>
        <dsp:cNvSpPr/>
      </dsp:nvSpPr>
      <dsp:spPr>
        <a:xfrm rot="2156824">
          <a:off x="1497401" y="1582867"/>
          <a:ext cx="501430" cy="13820"/>
        </a:xfrm>
        <a:custGeom>
          <a:avLst/>
          <a:gdLst/>
          <a:ahLst/>
          <a:cxnLst/>
          <a:rect l="0" t="0" r="0" b="0"/>
          <a:pathLst>
            <a:path>
              <a:moveTo>
                <a:pt x="0" y="6910"/>
              </a:moveTo>
              <a:lnTo>
                <a:pt x="501430" y="69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5581" y="1577242"/>
        <a:ext cx="25071" cy="25071"/>
      </dsp:txXfrm>
    </dsp:sp>
    <dsp:sp modelId="{2CE1C545-78E0-47B5-8C72-53A9EE24CD60}">
      <dsp:nvSpPr>
        <dsp:cNvPr id="0" name=""/>
        <dsp:cNvSpPr/>
      </dsp:nvSpPr>
      <dsp:spPr>
        <a:xfrm>
          <a:off x="1951086" y="1562216"/>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user_docs.docx</a:t>
          </a:r>
        </a:p>
      </dsp:txBody>
      <dsp:txXfrm>
        <a:off x="1961322" y="1572452"/>
        <a:ext cx="678493" cy="329010"/>
      </dsp:txXfrm>
    </dsp:sp>
    <dsp:sp modelId="{37DFA971-3BDD-4614-B3F4-FCCCA928E801}">
      <dsp:nvSpPr>
        <dsp:cNvPr id="0" name=""/>
        <dsp:cNvSpPr/>
      </dsp:nvSpPr>
      <dsp:spPr>
        <a:xfrm rot="4510993">
          <a:off x="484734" y="1713957"/>
          <a:ext cx="575679" cy="13820"/>
        </a:xfrm>
        <a:custGeom>
          <a:avLst/>
          <a:gdLst/>
          <a:ahLst/>
          <a:cxnLst/>
          <a:rect l="0" t="0" r="0" b="0"/>
          <a:pathLst>
            <a:path>
              <a:moveTo>
                <a:pt x="0" y="6910"/>
              </a:moveTo>
              <a:lnTo>
                <a:pt x="575679" y="691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8182" y="1706475"/>
        <a:ext cx="28783" cy="28783"/>
      </dsp:txXfrm>
    </dsp:sp>
    <dsp:sp modelId="{250F3298-E4AA-4904-A12B-AAC232EBAA5C}">
      <dsp:nvSpPr>
        <dsp:cNvPr id="0" name=""/>
        <dsp:cNvSpPr/>
      </dsp:nvSpPr>
      <dsp:spPr>
        <a:xfrm>
          <a:off x="846183" y="1824394"/>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err="1"/>
            <a:t>src</a:t>
          </a:r>
          <a:endParaRPr lang="en-US" sz="800" kern="1200" dirty="0"/>
        </a:p>
      </dsp:txBody>
      <dsp:txXfrm>
        <a:off x="856419" y="1834630"/>
        <a:ext cx="678493" cy="329010"/>
      </dsp:txXfrm>
    </dsp:sp>
    <dsp:sp modelId="{500CC38C-370D-4E38-962F-8E689C001DB3}">
      <dsp:nvSpPr>
        <dsp:cNvPr id="0" name=""/>
        <dsp:cNvSpPr/>
      </dsp:nvSpPr>
      <dsp:spPr>
        <a:xfrm rot="1095096">
          <a:off x="1534584" y="2057987"/>
          <a:ext cx="419950" cy="13820"/>
        </a:xfrm>
        <a:custGeom>
          <a:avLst/>
          <a:gdLst/>
          <a:ahLst/>
          <a:cxnLst/>
          <a:rect l="0" t="0" r="0" b="0"/>
          <a:pathLst>
            <a:path>
              <a:moveTo>
                <a:pt x="0" y="6910"/>
              </a:moveTo>
              <a:lnTo>
                <a:pt x="419950" y="69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4060" y="2054399"/>
        <a:ext cx="20997" cy="20997"/>
      </dsp:txXfrm>
    </dsp:sp>
    <dsp:sp modelId="{88EDACE5-21AE-4482-B8C7-116CF3A27E99}">
      <dsp:nvSpPr>
        <dsp:cNvPr id="0" name=""/>
        <dsp:cNvSpPr/>
      </dsp:nvSpPr>
      <dsp:spPr>
        <a:xfrm>
          <a:off x="1943970" y="1955919"/>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err="1"/>
            <a:t>main.rkt</a:t>
          </a:r>
          <a:endParaRPr lang="en-US" sz="800" kern="1200" dirty="0"/>
        </a:p>
      </dsp:txBody>
      <dsp:txXfrm>
        <a:off x="1954206" y="1966155"/>
        <a:ext cx="678493" cy="329010"/>
      </dsp:txXfrm>
    </dsp:sp>
    <dsp:sp modelId="{5B061652-2171-4D39-8BCD-A835674795F1}">
      <dsp:nvSpPr>
        <dsp:cNvPr id="0" name=""/>
        <dsp:cNvSpPr/>
      </dsp:nvSpPr>
      <dsp:spPr>
        <a:xfrm rot="2929860">
          <a:off x="1442690" y="2217930"/>
          <a:ext cx="599663" cy="13820"/>
        </a:xfrm>
        <a:custGeom>
          <a:avLst/>
          <a:gdLst/>
          <a:ahLst/>
          <a:cxnLst/>
          <a:rect l="0" t="0" r="0" b="0"/>
          <a:pathLst>
            <a:path>
              <a:moveTo>
                <a:pt x="0" y="6910"/>
              </a:moveTo>
              <a:lnTo>
                <a:pt x="599663" y="69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7530" y="2209849"/>
        <a:ext cx="29983" cy="29983"/>
      </dsp:txXfrm>
    </dsp:sp>
    <dsp:sp modelId="{11F686DE-25FA-4C6B-B5BD-0426FD435EBF}">
      <dsp:nvSpPr>
        <dsp:cNvPr id="0" name=""/>
        <dsp:cNvSpPr/>
      </dsp:nvSpPr>
      <dsp:spPr>
        <a:xfrm>
          <a:off x="1939895" y="2275804"/>
          <a:ext cx="677562"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module1.rkt</a:t>
          </a:r>
        </a:p>
      </dsp:txBody>
      <dsp:txXfrm>
        <a:off x="1950131" y="2286040"/>
        <a:ext cx="657090" cy="329010"/>
      </dsp:txXfrm>
    </dsp:sp>
    <dsp:sp modelId="{4D73C71E-89F8-46D7-ABCD-94CC477E1629}">
      <dsp:nvSpPr>
        <dsp:cNvPr id="0" name=""/>
        <dsp:cNvSpPr/>
      </dsp:nvSpPr>
      <dsp:spPr>
        <a:xfrm rot="3804751">
          <a:off x="1301526" y="2386587"/>
          <a:ext cx="881991" cy="13820"/>
        </a:xfrm>
        <a:custGeom>
          <a:avLst/>
          <a:gdLst/>
          <a:ahLst/>
          <a:cxnLst/>
          <a:rect l="0" t="0" r="0" b="0"/>
          <a:pathLst>
            <a:path>
              <a:moveTo>
                <a:pt x="0" y="6910"/>
              </a:moveTo>
              <a:lnTo>
                <a:pt x="881991" y="69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0472" y="2371447"/>
        <a:ext cx="44099" cy="44099"/>
      </dsp:txXfrm>
    </dsp:sp>
    <dsp:sp modelId="{2370C263-D04C-4203-963B-8F5DE028DD68}">
      <dsp:nvSpPr>
        <dsp:cNvPr id="0" name=""/>
        <dsp:cNvSpPr/>
      </dsp:nvSpPr>
      <dsp:spPr>
        <a:xfrm>
          <a:off x="1939895" y="2613117"/>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module2.rkt</a:t>
          </a:r>
        </a:p>
      </dsp:txBody>
      <dsp:txXfrm>
        <a:off x="1950131" y="2623353"/>
        <a:ext cx="678493" cy="329010"/>
      </dsp:txXfrm>
    </dsp:sp>
    <dsp:sp modelId="{58F4492D-8348-40AC-AEC6-55C7C3535C7C}">
      <dsp:nvSpPr>
        <dsp:cNvPr id="0" name=""/>
        <dsp:cNvSpPr/>
      </dsp:nvSpPr>
      <dsp:spPr>
        <a:xfrm rot="4240874">
          <a:off x="1145908" y="2555245"/>
          <a:ext cx="1193227" cy="13820"/>
        </a:xfrm>
        <a:custGeom>
          <a:avLst/>
          <a:gdLst/>
          <a:ahLst/>
          <a:cxnLst/>
          <a:rect l="0" t="0" r="0" b="0"/>
          <a:pathLst>
            <a:path>
              <a:moveTo>
                <a:pt x="0" y="6910"/>
              </a:moveTo>
              <a:lnTo>
                <a:pt x="1193227" y="691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12691" y="2532325"/>
        <a:ext cx="59661" cy="59661"/>
      </dsp:txXfrm>
    </dsp:sp>
    <dsp:sp modelId="{3E4CFFF9-FD55-47C7-9E6D-F0C6A9412ADB}">
      <dsp:nvSpPr>
        <dsp:cNvPr id="0" name=""/>
        <dsp:cNvSpPr/>
      </dsp:nvSpPr>
      <dsp:spPr>
        <a:xfrm>
          <a:off x="1939895" y="2950434"/>
          <a:ext cx="698965" cy="34948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module3.rkt</a:t>
          </a:r>
        </a:p>
      </dsp:txBody>
      <dsp:txXfrm>
        <a:off x="1950131" y="2960670"/>
        <a:ext cx="678493" cy="3290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1253194"/>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my-project</a:t>
          </a:r>
        </a:p>
      </dsp:txBody>
      <dsp:txXfrm>
        <a:off x="8557" y="1261751"/>
        <a:ext cx="567225" cy="275055"/>
      </dsp:txXfrm>
    </dsp:sp>
    <dsp:sp modelId="{27E9DFBA-38D9-4890-81CD-E6DD6F1BD76C}">
      <dsp:nvSpPr>
        <dsp:cNvPr id="0" name=""/>
        <dsp:cNvSpPr/>
      </dsp:nvSpPr>
      <dsp:spPr>
        <a:xfrm>
          <a:off x="584339" y="1393006"/>
          <a:ext cx="123167" cy="12546"/>
        </a:xfrm>
        <a:custGeom>
          <a:avLst/>
          <a:gdLst/>
          <a:ahLst/>
          <a:cxnLst/>
          <a:rect l="0" t="0" r="0" b="0"/>
          <a:pathLst>
            <a:path>
              <a:moveTo>
                <a:pt x="0" y="6273"/>
              </a:moveTo>
              <a:lnTo>
                <a:pt x="123167" y="62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2843" y="1396200"/>
        <a:ext cx="6158" cy="6158"/>
      </dsp:txXfrm>
    </dsp:sp>
    <dsp:sp modelId="{CD21181F-0FF4-4082-92C6-4A9B73A74EDB}">
      <dsp:nvSpPr>
        <dsp:cNvPr id="0" name=""/>
        <dsp:cNvSpPr/>
      </dsp:nvSpPr>
      <dsp:spPr>
        <a:xfrm>
          <a:off x="707506" y="1253194"/>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docs</a:t>
          </a:r>
        </a:p>
      </dsp:txBody>
      <dsp:txXfrm>
        <a:off x="716063" y="1261751"/>
        <a:ext cx="567225" cy="275055"/>
      </dsp:txXfrm>
    </dsp:sp>
    <dsp:sp modelId="{22C8D88C-9200-449A-95CA-C6C951FF9EFA}">
      <dsp:nvSpPr>
        <dsp:cNvPr id="0" name=""/>
        <dsp:cNvSpPr/>
      </dsp:nvSpPr>
      <dsp:spPr>
        <a:xfrm rot="21292017">
          <a:off x="1291150" y="1377497"/>
          <a:ext cx="346676" cy="12546"/>
        </a:xfrm>
        <a:custGeom>
          <a:avLst/>
          <a:gdLst/>
          <a:ahLst/>
          <a:cxnLst/>
          <a:rect l="0" t="0" r="0" b="0"/>
          <a:pathLst>
            <a:path>
              <a:moveTo>
                <a:pt x="0" y="6273"/>
              </a:moveTo>
              <a:lnTo>
                <a:pt x="346676" y="62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55822" y="1375104"/>
        <a:ext cx="17333" cy="17333"/>
      </dsp:txXfrm>
    </dsp:sp>
    <dsp:sp modelId="{15AA3F71-DF63-44F2-A3BA-35AE6A6DBF7D}">
      <dsp:nvSpPr>
        <dsp:cNvPr id="0" name=""/>
        <dsp:cNvSpPr/>
      </dsp:nvSpPr>
      <dsp:spPr>
        <a:xfrm>
          <a:off x="1637132" y="1222177"/>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manual.docx</a:t>
          </a:r>
        </a:p>
      </dsp:txBody>
      <dsp:txXfrm>
        <a:off x="1645689" y="1230734"/>
        <a:ext cx="567225" cy="275055"/>
      </dsp:txXfrm>
    </dsp:sp>
    <dsp:sp modelId="{DF8ACA11-A784-4636-BE9F-ADD52C706CBC}">
      <dsp:nvSpPr>
        <dsp:cNvPr id="0" name=""/>
        <dsp:cNvSpPr/>
      </dsp:nvSpPr>
      <dsp:spPr>
        <a:xfrm rot="2156824">
          <a:off x="1251929" y="1516049"/>
          <a:ext cx="419199" cy="12546"/>
        </a:xfrm>
        <a:custGeom>
          <a:avLst/>
          <a:gdLst/>
          <a:ahLst/>
          <a:cxnLst/>
          <a:rect l="0" t="0" r="0" b="0"/>
          <a:pathLst>
            <a:path>
              <a:moveTo>
                <a:pt x="0" y="6273"/>
              </a:moveTo>
              <a:lnTo>
                <a:pt x="419199" y="62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51049" y="1511842"/>
        <a:ext cx="20959" cy="20959"/>
      </dsp:txXfrm>
    </dsp:sp>
    <dsp:sp modelId="{2CE1C545-78E0-47B5-8C72-53A9EE24CD60}">
      <dsp:nvSpPr>
        <dsp:cNvPr id="0" name=""/>
        <dsp:cNvSpPr/>
      </dsp:nvSpPr>
      <dsp:spPr>
        <a:xfrm>
          <a:off x="1631212" y="1499280"/>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user_docs.docx</a:t>
          </a:r>
        </a:p>
      </dsp:txBody>
      <dsp:txXfrm>
        <a:off x="1639769" y="1507837"/>
        <a:ext cx="567225" cy="275055"/>
      </dsp:txXfrm>
    </dsp:sp>
    <dsp:sp modelId="{37DFA971-3BDD-4614-B3F4-FCCCA928E801}">
      <dsp:nvSpPr>
        <dsp:cNvPr id="0" name=""/>
        <dsp:cNvSpPr/>
      </dsp:nvSpPr>
      <dsp:spPr>
        <a:xfrm rot="4510355">
          <a:off x="405275" y="1625640"/>
          <a:ext cx="481295" cy="12546"/>
        </a:xfrm>
        <a:custGeom>
          <a:avLst/>
          <a:gdLst/>
          <a:ahLst/>
          <a:cxnLst/>
          <a:rect l="0" t="0" r="0" b="0"/>
          <a:pathLst>
            <a:path>
              <a:moveTo>
                <a:pt x="0" y="6273"/>
              </a:moveTo>
              <a:lnTo>
                <a:pt x="481295" y="627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3890" y="1619881"/>
        <a:ext cx="24064" cy="24064"/>
      </dsp:txXfrm>
    </dsp:sp>
    <dsp:sp modelId="{250F3298-E4AA-4904-A12B-AAC232EBAA5C}">
      <dsp:nvSpPr>
        <dsp:cNvPr id="0" name=""/>
        <dsp:cNvSpPr/>
      </dsp:nvSpPr>
      <dsp:spPr>
        <a:xfrm>
          <a:off x="707506" y="1718463"/>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err="1"/>
            <a:t>src</a:t>
          </a:r>
          <a:endParaRPr lang="en-US" sz="600" kern="1200" dirty="0"/>
        </a:p>
      </dsp:txBody>
      <dsp:txXfrm>
        <a:off x="716063" y="1727020"/>
        <a:ext cx="567225" cy="275055"/>
      </dsp:txXfrm>
    </dsp:sp>
    <dsp:sp modelId="{500CC38C-370D-4E38-962F-8E689C001DB3}">
      <dsp:nvSpPr>
        <dsp:cNvPr id="0" name=""/>
        <dsp:cNvSpPr/>
      </dsp:nvSpPr>
      <dsp:spPr>
        <a:xfrm rot="1095096">
          <a:off x="1283014" y="1913252"/>
          <a:ext cx="351080" cy="12546"/>
        </a:xfrm>
        <a:custGeom>
          <a:avLst/>
          <a:gdLst/>
          <a:ahLst/>
          <a:cxnLst/>
          <a:rect l="0" t="0" r="0" b="0"/>
          <a:pathLst>
            <a:path>
              <a:moveTo>
                <a:pt x="0" y="6273"/>
              </a:moveTo>
              <a:lnTo>
                <a:pt x="351080" y="62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49778" y="1910748"/>
        <a:ext cx="17554" cy="17554"/>
      </dsp:txXfrm>
    </dsp:sp>
    <dsp:sp modelId="{88EDACE5-21AE-4482-B8C7-116CF3A27E99}">
      <dsp:nvSpPr>
        <dsp:cNvPr id="0" name=""/>
        <dsp:cNvSpPr/>
      </dsp:nvSpPr>
      <dsp:spPr>
        <a:xfrm>
          <a:off x="1625264" y="1828418"/>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err="1"/>
            <a:t>main.rkt</a:t>
          </a:r>
          <a:endParaRPr lang="en-US" sz="600" kern="1200" dirty="0"/>
        </a:p>
      </dsp:txBody>
      <dsp:txXfrm>
        <a:off x="1633821" y="1836975"/>
        <a:ext cx="567225" cy="275055"/>
      </dsp:txXfrm>
    </dsp:sp>
    <dsp:sp modelId="{5B061652-2171-4D39-8BCD-A835674795F1}">
      <dsp:nvSpPr>
        <dsp:cNvPr id="0" name=""/>
        <dsp:cNvSpPr/>
      </dsp:nvSpPr>
      <dsp:spPr>
        <a:xfrm rot="2929860">
          <a:off x="1206190" y="2046965"/>
          <a:ext cx="501322" cy="12546"/>
        </a:xfrm>
        <a:custGeom>
          <a:avLst/>
          <a:gdLst/>
          <a:ahLst/>
          <a:cxnLst/>
          <a:rect l="0" t="0" r="0" b="0"/>
          <a:pathLst>
            <a:path>
              <a:moveTo>
                <a:pt x="0" y="6273"/>
              </a:moveTo>
              <a:lnTo>
                <a:pt x="501322" y="62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44318" y="2040705"/>
        <a:ext cx="25066" cy="25066"/>
      </dsp:txXfrm>
    </dsp:sp>
    <dsp:sp modelId="{11F686DE-25FA-4C6B-B5BD-0426FD435EBF}">
      <dsp:nvSpPr>
        <dsp:cNvPr id="0" name=""/>
        <dsp:cNvSpPr/>
      </dsp:nvSpPr>
      <dsp:spPr>
        <a:xfrm>
          <a:off x="1621857" y="2095844"/>
          <a:ext cx="566446"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module1.rkt</a:t>
          </a:r>
        </a:p>
      </dsp:txBody>
      <dsp:txXfrm>
        <a:off x="1630414" y="2104401"/>
        <a:ext cx="549332" cy="275055"/>
      </dsp:txXfrm>
    </dsp:sp>
    <dsp:sp modelId="{4D73C71E-89F8-46D7-ABCD-94CC477E1629}">
      <dsp:nvSpPr>
        <dsp:cNvPr id="0" name=""/>
        <dsp:cNvSpPr/>
      </dsp:nvSpPr>
      <dsp:spPr>
        <a:xfrm rot="3804751">
          <a:off x="1088176" y="2187963"/>
          <a:ext cx="737350" cy="12546"/>
        </a:xfrm>
        <a:custGeom>
          <a:avLst/>
          <a:gdLst/>
          <a:ahLst/>
          <a:cxnLst/>
          <a:rect l="0" t="0" r="0" b="0"/>
          <a:pathLst>
            <a:path>
              <a:moveTo>
                <a:pt x="0" y="6273"/>
              </a:moveTo>
              <a:lnTo>
                <a:pt x="737350" y="62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38418" y="2175802"/>
        <a:ext cx="36867" cy="36867"/>
      </dsp:txXfrm>
    </dsp:sp>
    <dsp:sp modelId="{2370C263-D04C-4203-963B-8F5DE028DD68}">
      <dsp:nvSpPr>
        <dsp:cNvPr id="0" name=""/>
        <dsp:cNvSpPr/>
      </dsp:nvSpPr>
      <dsp:spPr>
        <a:xfrm>
          <a:off x="1621857" y="2377840"/>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module2.rkt</a:t>
          </a:r>
        </a:p>
      </dsp:txBody>
      <dsp:txXfrm>
        <a:off x="1630414" y="2386397"/>
        <a:ext cx="567225" cy="275055"/>
      </dsp:txXfrm>
    </dsp:sp>
    <dsp:sp modelId="{58F4492D-8348-40AC-AEC6-55C7C3535C7C}">
      <dsp:nvSpPr>
        <dsp:cNvPr id="0" name=""/>
        <dsp:cNvSpPr/>
      </dsp:nvSpPr>
      <dsp:spPr>
        <a:xfrm rot="4240874">
          <a:off x="958079" y="2328962"/>
          <a:ext cx="997545" cy="12546"/>
        </a:xfrm>
        <a:custGeom>
          <a:avLst/>
          <a:gdLst/>
          <a:ahLst/>
          <a:cxnLst/>
          <a:rect l="0" t="0" r="0" b="0"/>
          <a:pathLst>
            <a:path>
              <a:moveTo>
                <a:pt x="0" y="6273"/>
              </a:moveTo>
              <a:lnTo>
                <a:pt x="997545" y="627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31913" y="2310297"/>
        <a:ext cx="49877" cy="49877"/>
      </dsp:txXfrm>
    </dsp:sp>
    <dsp:sp modelId="{3E4CFFF9-FD55-47C7-9E6D-F0C6A9412ADB}">
      <dsp:nvSpPr>
        <dsp:cNvPr id="0" name=""/>
        <dsp:cNvSpPr/>
      </dsp:nvSpPr>
      <dsp:spPr>
        <a:xfrm>
          <a:off x="1621857" y="2659839"/>
          <a:ext cx="584339" cy="2921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module3.rkt</a:t>
          </a:r>
        </a:p>
      </dsp:txBody>
      <dsp:txXfrm>
        <a:off x="1630414" y="2668396"/>
        <a:ext cx="567225" cy="27505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1372406"/>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my-project</a:t>
          </a:r>
        </a:p>
      </dsp:txBody>
      <dsp:txXfrm>
        <a:off x="7550" y="1379956"/>
        <a:ext cx="500425" cy="242662"/>
      </dsp:txXfrm>
    </dsp:sp>
    <dsp:sp modelId="{27E9DFBA-38D9-4890-81CD-E6DD6F1BD76C}">
      <dsp:nvSpPr>
        <dsp:cNvPr id="0" name=""/>
        <dsp:cNvSpPr/>
      </dsp:nvSpPr>
      <dsp:spPr>
        <a:xfrm>
          <a:off x="515525" y="1495806"/>
          <a:ext cx="109135" cy="10964"/>
        </a:xfrm>
        <a:custGeom>
          <a:avLst/>
          <a:gdLst/>
          <a:ahLst/>
          <a:cxnLst/>
          <a:rect l="0" t="0" r="0" b="0"/>
          <a:pathLst>
            <a:path>
              <a:moveTo>
                <a:pt x="0" y="5482"/>
              </a:moveTo>
              <a:lnTo>
                <a:pt x="109135" y="54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7364" y="1498559"/>
        <a:ext cx="5456" cy="5456"/>
      </dsp:txXfrm>
    </dsp:sp>
    <dsp:sp modelId="{CD21181F-0FF4-4082-92C6-4A9B73A74EDB}">
      <dsp:nvSpPr>
        <dsp:cNvPr id="0" name=""/>
        <dsp:cNvSpPr/>
      </dsp:nvSpPr>
      <dsp:spPr>
        <a:xfrm>
          <a:off x="624660" y="1372406"/>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docs</a:t>
          </a:r>
        </a:p>
      </dsp:txBody>
      <dsp:txXfrm>
        <a:off x="632210" y="1379956"/>
        <a:ext cx="500425" cy="242662"/>
      </dsp:txXfrm>
    </dsp:sp>
    <dsp:sp modelId="{22C8D88C-9200-449A-95CA-C6C951FF9EFA}">
      <dsp:nvSpPr>
        <dsp:cNvPr id="0" name=""/>
        <dsp:cNvSpPr/>
      </dsp:nvSpPr>
      <dsp:spPr>
        <a:xfrm rot="21292492">
          <a:off x="1139573" y="1482123"/>
          <a:ext cx="306321" cy="10964"/>
        </a:xfrm>
        <a:custGeom>
          <a:avLst/>
          <a:gdLst/>
          <a:ahLst/>
          <a:cxnLst/>
          <a:rect l="0" t="0" r="0" b="0"/>
          <a:pathLst>
            <a:path>
              <a:moveTo>
                <a:pt x="0" y="5482"/>
              </a:moveTo>
              <a:lnTo>
                <a:pt x="306321" y="5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85076" y="1479948"/>
        <a:ext cx="15316" cy="15316"/>
      </dsp:txXfrm>
    </dsp:sp>
    <dsp:sp modelId="{15AA3F71-DF63-44F2-A3BA-35AE6A6DBF7D}">
      <dsp:nvSpPr>
        <dsp:cNvPr id="0" name=""/>
        <dsp:cNvSpPr/>
      </dsp:nvSpPr>
      <dsp:spPr>
        <a:xfrm>
          <a:off x="1445282" y="1345042"/>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manual.docx</a:t>
          </a:r>
        </a:p>
      </dsp:txBody>
      <dsp:txXfrm>
        <a:off x="1452832" y="1352592"/>
        <a:ext cx="500425" cy="242662"/>
      </dsp:txXfrm>
    </dsp:sp>
    <dsp:sp modelId="{DF8ACA11-A784-4636-BE9F-ADD52C706CBC}">
      <dsp:nvSpPr>
        <dsp:cNvPr id="0" name=""/>
        <dsp:cNvSpPr/>
      </dsp:nvSpPr>
      <dsp:spPr>
        <a:xfrm rot="2156824">
          <a:off x="1104970" y="1604358"/>
          <a:ext cx="369832" cy="10964"/>
        </a:xfrm>
        <a:custGeom>
          <a:avLst/>
          <a:gdLst/>
          <a:ahLst/>
          <a:cxnLst/>
          <a:rect l="0" t="0" r="0" b="0"/>
          <a:pathLst>
            <a:path>
              <a:moveTo>
                <a:pt x="0" y="5482"/>
              </a:moveTo>
              <a:lnTo>
                <a:pt x="369832" y="5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80640" y="1600595"/>
        <a:ext cx="18491" cy="18491"/>
      </dsp:txXfrm>
    </dsp:sp>
    <dsp:sp modelId="{2CE1C545-78E0-47B5-8C72-53A9EE24CD60}">
      <dsp:nvSpPr>
        <dsp:cNvPr id="0" name=""/>
        <dsp:cNvSpPr/>
      </dsp:nvSpPr>
      <dsp:spPr>
        <a:xfrm>
          <a:off x="1439587" y="1589512"/>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user_docs.docx</a:t>
          </a:r>
        </a:p>
      </dsp:txBody>
      <dsp:txXfrm>
        <a:off x="1447137" y="1597062"/>
        <a:ext cx="500425" cy="242662"/>
      </dsp:txXfrm>
    </dsp:sp>
    <dsp:sp modelId="{37DFA971-3BDD-4614-B3F4-FCCCA928E801}">
      <dsp:nvSpPr>
        <dsp:cNvPr id="0" name=""/>
        <dsp:cNvSpPr/>
      </dsp:nvSpPr>
      <dsp:spPr>
        <a:xfrm rot="4506655">
          <a:off x="357724" y="1701044"/>
          <a:ext cx="424737" cy="10964"/>
        </a:xfrm>
        <a:custGeom>
          <a:avLst/>
          <a:gdLst/>
          <a:ahLst/>
          <a:cxnLst/>
          <a:rect l="0" t="0" r="0" b="0"/>
          <a:pathLst>
            <a:path>
              <a:moveTo>
                <a:pt x="0" y="5482"/>
              </a:moveTo>
              <a:lnTo>
                <a:pt x="424737" y="54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9474" y="1695908"/>
        <a:ext cx="21236" cy="21236"/>
      </dsp:txXfrm>
    </dsp:sp>
    <dsp:sp modelId="{250F3298-E4AA-4904-A12B-AAC232EBAA5C}">
      <dsp:nvSpPr>
        <dsp:cNvPr id="0" name=""/>
        <dsp:cNvSpPr/>
      </dsp:nvSpPr>
      <dsp:spPr>
        <a:xfrm>
          <a:off x="624660" y="1782883"/>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err="1"/>
            <a:t>src</a:t>
          </a:r>
          <a:endParaRPr lang="en-US" sz="600" kern="1200" dirty="0"/>
        </a:p>
      </dsp:txBody>
      <dsp:txXfrm>
        <a:off x="632210" y="1790433"/>
        <a:ext cx="500425" cy="242662"/>
      </dsp:txXfrm>
    </dsp:sp>
    <dsp:sp modelId="{500CC38C-370D-4E38-962F-8E689C001DB3}">
      <dsp:nvSpPr>
        <dsp:cNvPr id="0" name=""/>
        <dsp:cNvSpPr/>
      </dsp:nvSpPr>
      <dsp:spPr>
        <a:xfrm rot="1095096">
          <a:off x="1132394" y="1954785"/>
          <a:ext cx="309736" cy="10964"/>
        </a:xfrm>
        <a:custGeom>
          <a:avLst/>
          <a:gdLst/>
          <a:ahLst/>
          <a:cxnLst/>
          <a:rect l="0" t="0" r="0" b="0"/>
          <a:pathLst>
            <a:path>
              <a:moveTo>
                <a:pt x="0" y="5482"/>
              </a:moveTo>
              <a:lnTo>
                <a:pt x="309736" y="5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79519" y="1952524"/>
        <a:ext cx="15486" cy="15486"/>
      </dsp:txXfrm>
    </dsp:sp>
    <dsp:sp modelId="{88EDACE5-21AE-4482-B8C7-116CF3A27E99}">
      <dsp:nvSpPr>
        <dsp:cNvPr id="0" name=""/>
        <dsp:cNvSpPr/>
      </dsp:nvSpPr>
      <dsp:spPr>
        <a:xfrm>
          <a:off x="1434339" y="1879889"/>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err="1"/>
            <a:t>main.rkt</a:t>
          </a:r>
          <a:endParaRPr lang="en-US" sz="600" kern="1200" dirty="0"/>
        </a:p>
      </dsp:txBody>
      <dsp:txXfrm>
        <a:off x="1441889" y="1887439"/>
        <a:ext cx="500425" cy="242662"/>
      </dsp:txXfrm>
    </dsp:sp>
    <dsp:sp modelId="{5B061652-2171-4D39-8BCD-A835674795F1}">
      <dsp:nvSpPr>
        <dsp:cNvPr id="0" name=""/>
        <dsp:cNvSpPr/>
      </dsp:nvSpPr>
      <dsp:spPr>
        <a:xfrm rot="2929860">
          <a:off x="1064617" y="2072752"/>
          <a:ext cx="442284" cy="10964"/>
        </a:xfrm>
        <a:custGeom>
          <a:avLst/>
          <a:gdLst/>
          <a:ahLst/>
          <a:cxnLst/>
          <a:rect l="0" t="0" r="0" b="0"/>
          <a:pathLst>
            <a:path>
              <a:moveTo>
                <a:pt x="0" y="5482"/>
              </a:moveTo>
              <a:lnTo>
                <a:pt x="442284" y="5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74702" y="2067177"/>
        <a:ext cx="22114" cy="22114"/>
      </dsp:txXfrm>
    </dsp:sp>
    <dsp:sp modelId="{11F686DE-25FA-4C6B-B5BD-0426FD435EBF}">
      <dsp:nvSpPr>
        <dsp:cNvPr id="0" name=""/>
        <dsp:cNvSpPr/>
      </dsp:nvSpPr>
      <dsp:spPr>
        <a:xfrm>
          <a:off x="1431333" y="2115822"/>
          <a:ext cx="499739"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module1.rkt</a:t>
          </a:r>
        </a:p>
      </dsp:txBody>
      <dsp:txXfrm>
        <a:off x="1438883" y="2123372"/>
        <a:ext cx="484639" cy="242662"/>
      </dsp:txXfrm>
    </dsp:sp>
    <dsp:sp modelId="{4D73C71E-89F8-46D7-ABCD-94CC477E1629}">
      <dsp:nvSpPr>
        <dsp:cNvPr id="0" name=""/>
        <dsp:cNvSpPr/>
      </dsp:nvSpPr>
      <dsp:spPr>
        <a:xfrm rot="3804751">
          <a:off x="960501" y="2197145"/>
          <a:ext cx="650517" cy="10964"/>
        </a:xfrm>
        <a:custGeom>
          <a:avLst/>
          <a:gdLst/>
          <a:ahLst/>
          <a:cxnLst/>
          <a:rect l="0" t="0" r="0" b="0"/>
          <a:pathLst>
            <a:path>
              <a:moveTo>
                <a:pt x="0" y="5482"/>
              </a:moveTo>
              <a:lnTo>
                <a:pt x="650517" y="5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69496" y="2186364"/>
        <a:ext cx="32525" cy="32525"/>
      </dsp:txXfrm>
    </dsp:sp>
    <dsp:sp modelId="{2370C263-D04C-4203-963B-8F5DE028DD68}">
      <dsp:nvSpPr>
        <dsp:cNvPr id="0" name=""/>
        <dsp:cNvSpPr/>
      </dsp:nvSpPr>
      <dsp:spPr>
        <a:xfrm>
          <a:off x="1431333" y="2364609"/>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module2.rkt</a:t>
          </a:r>
        </a:p>
      </dsp:txBody>
      <dsp:txXfrm>
        <a:off x="1438883" y="2372159"/>
        <a:ext cx="500425" cy="242662"/>
      </dsp:txXfrm>
    </dsp:sp>
    <dsp:sp modelId="{58F4492D-8348-40AC-AEC6-55C7C3535C7C}">
      <dsp:nvSpPr>
        <dsp:cNvPr id="0" name=""/>
        <dsp:cNvSpPr/>
      </dsp:nvSpPr>
      <dsp:spPr>
        <a:xfrm rot="4240874">
          <a:off x="845724" y="2321540"/>
          <a:ext cx="880070" cy="10964"/>
        </a:xfrm>
        <a:custGeom>
          <a:avLst/>
          <a:gdLst/>
          <a:ahLst/>
          <a:cxnLst/>
          <a:rect l="0" t="0" r="0" b="0"/>
          <a:pathLst>
            <a:path>
              <a:moveTo>
                <a:pt x="0" y="5482"/>
              </a:moveTo>
              <a:lnTo>
                <a:pt x="880070" y="5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63758" y="2305021"/>
        <a:ext cx="44003" cy="44003"/>
      </dsp:txXfrm>
    </dsp:sp>
    <dsp:sp modelId="{3E4CFFF9-FD55-47C7-9E6D-F0C6A9412ADB}">
      <dsp:nvSpPr>
        <dsp:cNvPr id="0" name=""/>
        <dsp:cNvSpPr/>
      </dsp:nvSpPr>
      <dsp:spPr>
        <a:xfrm>
          <a:off x="1431333" y="2613399"/>
          <a:ext cx="515525" cy="257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module3.rkt</a:t>
          </a:r>
        </a:p>
      </dsp:txBody>
      <dsp:txXfrm>
        <a:off x="1438883" y="2620949"/>
        <a:ext cx="500425" cy="2426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1336039"/>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my-project</a:t>
          </a:r>
        </a:p>
      </dsp:txBody>
      <dsp:txXfrm>
        <a:off x="7293" y="1343332"/>
        <a:ext cx="483412" cy="234413"/>
      </dsp:txXfrm>
    </dsp:sp>
    <dsp:sp modelId="{27E9DFBA-38D9-4890-81CD-E6DD6F1BD76C}">
      <dsp:nvSpPr>
        <dsp:cNvPr id="0" name=""/>
        <dsp:cNvSpPr/>
      </dsp:nvSpPr>
      <dsp:spPr>
        <a:xfrm>
          <a:off x="497998" y="1455084"/>
          <a:ext cx="104760" cy="10909"/>
        </a:xfrm>
        <a:custGeom>
          <a:avLst/>
          <a:gdLst/>
          <a:ahLst/>
          <a:cxnLst/>
          <a:rect l="0" t="0" r="0" b="0"/>
          <a:pathLst>
            <a:path>
              <a:moveTo>
                <a:pt x="0" y="5454"/>
              </a:moveTo>
              <a:lnTo>
                <a:pt x="104760" y="545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547759" y="1457920"/>
        <a:ext cx="5238" cy="5238"/>
      </dsp:txXfrm>
    </dsp:sp>
    <dsp:sp modelId="{CD21181F-0FF4-4082-92C6-4A9B73A74EDB}">
      <dsp:nvSpPr>
        <dsp:cNvPr id="0" name=""/>
        <dsp:cNvSpPr/>
      </dsp:nvSpPr>
      <dsp:spPr>
        <a:xfrm>
          <a:off x="602758" y="1336039"/>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docs</a:t>
          </a:r>
        </a:p>
      </dsp:txBody>
      <dsp:txXfrm>
        <a:off x="610051" y="1343332"/>
        <a:ext cx="483412" cy="234413"/>
      </dsp:txXfrm>
    </dsp:sp>
    <dsp:sp modelId="{22C8D88C-9200-449A-95CA-C6C951FF9EFA}">
      <dsp:nvSpPr>
        <dsp:cNvPr id="0" name=""/>
        <dsp:cNvSpPr/>
      </dsp:nvSpPr>
      <dsp:spPr>
        <a:xfrm rot="21291801">
          <a:off x="1100164" y="1441867"/>
          <a:ext cx="295245" cy="10909"/>
        </a:xfrm>
        <a:custGeom>
          <a:avLst/>
          <a:gdLst/>
          <a:ahLst/>
          <a:cxnLst/>
          <a:rect l="0" t="0" r="0" b="0"/>
          <a:pathLst>
            <a:path>
              <a:moveTo>
                <a:pt x="0" y="5454"/>
              </a:moveTo>
              <a:lnTo>
                <a:pt x="295245" y="54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240405" y="1439941"/>
        <a:ext cx="14762" cy="14762"/>
      </dsp:txXfrm>
    </dsp:sp>
    <dsp:sp modelId="{15AA3F71-DF63-44F2-A3BA-35AE6A6DBF7D}">
      <dsp:nvSpPr>
        <dsp:cNvPr id="0" name=""/>
        <dsp:cNvSpPr/>
      </dsp:nvSpPr>
      <dsp:spPr>
        <a:xfrm>
          <a:off x="1394816" y="1309605"/>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manual.docx</a:t>
          </a:r>
        </a:p>
      </dsp:txBody>
      <dsp:txXfrm>
        <a:off x="1402109" y="1316898"/>
        <a:ext cx="483412" cy="234413"/>
      </dsp:txXfrm>
    </dsp:sp>
    <dsp:sp modelId="{DF8ACA11-A784-4636-BE9F-ADD52C706CBC}">
      <dsp:nvSpPr>
        <dsp:cNvPr id="0" name=""/>
        <dsp:cNvSpPr/>
      </dsp:nvSpPr>
      <dsp:spPr>
        <a:xfrm rot="2156824">
          <a:off x="1066738" y="1559946"/>
          <a:ext cx="357259" cy="10909"/>
        </a:xfrm>
        <a:custGeom>
          <a:avLst/>
          <a:gdLst/>
          <a:ahLst/>
          <a:cxnLst/>
          <a:rect l="0" t="0" r="0" b="0"/>
          <a:pathLst>
            <a:path>
              <a:moveTo>
                <a:pt x="0" y="5454"/>
              </a:moveTo>
              <a:lnTo>
                <a:pt x="357259" y="54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236436" y="1556469"/>
        <a:ext cx="17862" cy="17862"/>
      </dsp:txXfrm>
    </dsp:sp>
    <dsp:sp modelId="{2CE1C545-78E0-47B5-8C72-53A9EE24CD60}">
      <dsp:nvSpPr>
        <dsp:cNvPr id="0" name=""/>
        <dsp:cNvSpPr/>
      </dsp:nvSpPr>
      <dsp:spPr>
        <a:xfrm>
          <a:off x="1389979" y="1545764"/>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user_docs.docx</a:t>
          </a:r>
        </a:p>
      </dsp:txBody>
      <dsp:txXfrm>
        <a:off x="1397272" y="1553057"/>
        <a:ext cx="483412" cy="234413"/>
      </dsp:txXfrm>
    </dsp:sp>
    <dsp:sp modelId="{37DFA971-3BDD-4614-B3F4-FCCCA928E801}">
      <dsp:nvSpPr>
        <dsp:cNvPr id="0" name=""/>
        <dsp:cNvSpPr/>
      </dsp:nvSpPr>
      <dsp:spPr>
        <a:xfrm rot="4512041">
          <a:off x="345315" y="1653344"/>
          <a:ext cx="410126" cy="10909"/>
        </a:xfrm>
        <a:custGeom>
          <a:avLst/>
          <a:gdLst/>
          <a:ahLst/>
          <a:cxnLst/>
          <a:rect l="0" t="0" r="0" b="0"/>
          <a:pathLst>
            <a:path>
              <a:moveTo>
                <a:pt x="0" y="5454"/>
              </a:moveTo>
              <a:lnTo>
                <a:pt x="410126" y="545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540125" y="1648546"/>
        <a:ext cx="20506" cy="20506"/>
      </dsp:txXfrm>
    </dsp:sp>
    <dsp:sp modelId="{250F3298-E4AA-4904-A12B-AAC232EBAA5C}">
      <dsp:nvSpPr>
        <dsp:cNvPr id="0" name=""/>
        <dsp:cNvSpPr/>
      </dsp:nvSpPr>
      <dsp:spPr>
        <a:xfrm>
          <a:off x="602758" y="1732560"/>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err="1"/>
            <a:t>src</a:t>
          </a:r>
          <a:endParaRPr lang="en-US" sz="500" kern="1200" dirty="0"/>
        </a:p>
      </dsp:txBody>
      <dsp:txXfrm>
        <a:off x="610051" y="1739853"/>
        <a:ext cx="483412" cy="234413"/>
      </dsp:txXfrm>
    </dsp:sp>
    <dsp:sp modelId="{500CC38C-370D-4E38-962F-8E689C001DB3}">
      <dsp:nvSpPr>
        <dsp:cNvPr id="0" name=""/>
        <dsp:cNvSpPr/>
      </dsp:nvSpPr>
      <dsp:spPr>
        <a:xfrm rot="1095096">
          <a:off x="1093230" y="1898459"/>
          <a:ext cx="299205" cy="10909"/>
        </a:xfrm>
        <a:custGeom>
          <a:avLst/>
          <a:gdLst/>
          <a:ahLst/>
          <a:cxnLst/>
          <a:rect l="0" t="0" r="0" b="0"/>
          <a:pathLst>
            <a:path>
              <a:moveTo>
                <a:pt x="0" y="5454"/>
              </a:moveTo>
              <a:lnTo>
                <a:pt x="299205" y="54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235353" y="1896434"/>
        <a:ext cx="14960" cy="14960"/>
      </dsp:txXfrm>
    </dsp:sp>
    <dsp:sp modelId="{88EDACE5-21AE-4482-B8C7-116CF3A27E99}">
      <dsp:nvSpPr>
        <dsp:cNvPr id="0" name=""/>
        <dsp:cNvSpPr/>
      </dsp:nvSpPr>
      <dsp:spPr>
        <a:xfrm>
          <a:off x="1384909" y="1826269"/>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err="1"/>
            <a:t>main.rkt</a:t>
          </a:r>
          <a:endParaRPr lang="en-US" sz="500" kern="1200" dirty="0"/>
        </a:p>
      </dsp:txBody>
      <dsp:txXfrm>
        <a:off x="1392202" y="1833562"/>
        <a:ext cx="483412" cy="234413"/>
      </dsp:txXfrm>
    </dsp:sp>
    <dsp:sp modelId="{5B061652-2171-4D39-8BCD-A835674795F1}">
      <dsp:nvSpPr>
        <dsp:cNvPr id="0" name=""/>
        <dsp:cNvSpPr/>
      </dsp:nvSpPr>
      <dsp:spPr>
        <a:xfrm rot="2929860">
          <a:off x="1027758" y="2012415"/>
          <a:ext cx="427247" cy="10909"/>
        </a:xfrm>
        <a:custGeom>
          <a:avLst/>
          <a:gdLst/>
          <a:ahLst/>
          <a:cxnLst/>
          <a:rect l="0" t="0" r="0" b="0"/>
          <a:pathLst>
            <a:path>
              <a:moveTo>
                <a:pt x="0" y="5454"/>
              </a:moveTo>
              <a:lnTo>
                <a:pt x="427247" y="54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230700" y="2007189"/>
        <a:ext cx="21362" cy="21362"/>
      </dsp:txXfrm>
    </dsp:sp>
    <dsp:sp modelId="{11F686DE-25FA-4C6B-B5BD-0426FD435EBF}">
      <dsp:nvSpPr>
        <dsp:cNvPr id="0" name=""/>
        <dsp:cNvSpPr/>
      </dsp:nvSpPr>
      <dsp:spPr>
        <a:xfrm>
          <a:off x="1382006" y="2054180"/>
          <a:ext cx="482749"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module1.rkt</a:t>
          </a:r>
        </a:p>
      </dsp:txBody>
      <dsp:txXfrm>
        <a:off x="1389299" y="2061473"/>
        <a:ext cx="468163" cy="234413"/>
      </dsp:txXfrm>
    </dsp:sp>
    <dsp:sp modelId="{4D73C71E-89F8-46D7-ABCD-94CC477E1629}">
      <dsp:nvSpPr>
        <dsp:cNvPr id="0" name=""/>
        <dsp:cNvSpPr/>
      </dsp:nvSpPr>
      <dsp:spPr>
        <a:xfrm rot="3804751">
          <a:off x="927181" y="2132579"/>
          <a:ext cx="628400" cy="10909"/>
        </a:xfrm>
        <a:custGeom>
          <a:avLst/>
          <a:gdLst/>
          <a:ahLst/>
          <a:cxnLst/>
          <a:rect l="0" t="0" r="0" b="0"/>
          <a:pathLst>
            <a:path>
              <a:moveTo>
                <a:pt x="0" y="5454"/>
              </a:moveTo>
              <a:lnTo>
                <a:pt x="628400" y="54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225671" y="2122324"/>
        <a:ext cx="31420" cy="31420"/>
      </dsp:txXfrm>
    </dsp:sp>
    <dsp:sp modelId="{2370C263-D04C-4203-963B-8F5DE028DD68}">
      <dsp:nvSpPr>
        <dsp:cNvPr id="0" name=""/>
        <dsp:cNvSpPr/>
      </dsp:nvSpPr>
      <dsp:spPr>
        <a:xfrm>
          <a:off x="1382006" y="2294509"/>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module2.rkt</a:t>
          </a:r>
        </a:p>
      </dsp:txBody>
      <dsp:txXfrm>
        <a:off x="1389299" y="2301802"/>
        <a:ext cx="483412" cy="234413"/>
      </dsp:txXfrm>
    </dsp:sp>
    <dsp:sp modelId="{58F4492D-8348-40AC-AEC6-55C7C3535C7C}">
      <dsp:nvSpPr>
        <dsp:cNvPr id="0" name=""/>
        <dsp:cNvSpPr/>
      </dsp:nvSpPr>
      <dsp:spPr>
        <a:xfrm rot="4240874">
          <a:off x="816306" y="2252745"/>
          <a:ext cx="850149" cy="10909"/>
        </a:xfrm>
        <a:custGeom>
          <a:avLst/>
          <a:gdLst/>
          <a:ahLst/>
          <a:cxnLst/>
          <a:rect l="0" t="0" r="0" b="0"/>
          <a:pathLst>
            <a:path>
              <a:moveTo>
                <a:pt x="0" y="5454"/>
              </a:moveTo>
              <a:lnTo>
                <a:pt x="850149" y="54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220128" y="2236946"/>
        <a:ext cx="42507" cy="42507"/>
      </dsp:txXfrm>
    </dsp:sp>
    <dsp:sp modelId="{3E4CFFF9-FD55-47C7-9E6D-F0C6A9412ADB}">
      <dsp:nvSpPr>
        <dsp:cNvPr id="0" name=""/>
        <dsp:cNvSpPr/>
      </dsp:nvSpPr>
      <dsp:spPr>
        <a:xfrm>
          <a:off x="1382006" y="2534841"/>
          <a:ext cx="497998" cy="248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module3.rkt</a:t>
          </a:r>
        </a:p>
      </dsp:txBody>
      <dsp:txXfrm>
        <a:off x="1389299" y="2542134"/>
        <a:ext cx="483412" cy="2344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1A64B2-AA1B-4610-90F2-2585F0A6A46F}">
      <dsp:nvSpPr>
        <dsp:cNvPr id="0" name=""/>
        <dsp:cNvSpPr/>
      </dsp:nvSpPr>
      <dsp:spPr>
        <a:xfrm>
          <a:off x="0" y="954574"/>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my-project</a:t>
          </a:r>
        </a:p>
      </dsp:txBody>
      <dsp:txXfrm>
        <a:off x="6557" y="961131"/>
        <a:ext cx="434598" cy="210742"/>
      </dsp:txXfrm>
    </dsp:sp>
    <dsp:sp modelId="{27E9DFBA-38D9-4890-81CD-E6DD6F1BD76C}">
      <dsp:nvSpPr>
        <dsp:cNvPr id="0" name=""/>
        <dsp:cNvSpPr/>
      </dsp:nvSpPr>
      <dsp:spPr>
        <a:xfrm>
          <a:off x="447712" y="1060207"/>
          <a:ext cx="95033" cy="12590"/>
        </a:xfrm>
        <a:custGeom>
          <a:avLst/>
          <a:gdLst/>
          <a:ahLst/>
          <a:cxnLst/>
          <a:rect l="0" t="0" r="0" b="0"/>
          <a:pathLst>
            <a:path>
              <a:moveTo>
                <a:pt x="0" y="6295"/>
              </a:moveTo>
              <a:lnTo>
                <a:pt x="95033" y="6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492853" y="1064126"/>
        <a:ext cx="4751" cy="4751"/>
      </dsp:txXfrm>
    </dsp:sp>
    <dsp:sp modelId="{CD21181F-0FF4-4082-92C6-4A9B73A74EDB}">
      <dsp:nvSpPr>
        <dsp:cNvPr id="0" name=""/>
        <dsp:cNvSpPr/>
      </dsp:nvSpPr>
      <dsp:spPr>
        <a:xfrm>
          <a:off x="542745" y="954574"/>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docs</a:t>
          </a:r>
        </a:p>
      </dsp:txBody>
      <dsp:txXfrm>
        <a:off x="549302" y="961131"/>
        <a:ext cx="434598" cy="210742"/>
      </dsp:txXfrm>
    </dsp:sp>
    <dsp:sp modelId="{22C8D88C-9200-449A-95CA-C6C951FF9EFA}">
      <dsp:nvSpPr>
        <dsp:cNvPr id="0" name=""/>
        <dsp:cNvSpPr/>
      </dsp:nvSpPr>
      <dsp:spPr>
        <a:xfrm rot="21292785">
          <a:off x="989926" y="1048324"/>
          <a:ext cx="266280" cy="12590"/>
        </a:xfrm>
        <a:custGeom>
          <a:avLst/>
          <a:gdLst/>
          <a:ahLst/>
          <a:cxnLst/>
          <a:rect l="0" t="0" r="0" b="0"/>
          <a:pathLst>
            <a:path>
              <a:moveTo>
                <a:pt x="0" y="6295"/>
              </a:moveTo>
              <a:lnTo>
                <a:pt x="266280" y="6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16409" y="1047963"/>
        <a:ext cx="13314" cy="13314"/>
      </dsp:txXfrm>
    </dsp:sp>
    <dsp:sp modelId="{15AA3F71-DF63-44F2-A3BA-35AE6A6DBF7D}">
      <dsp:nvSpPr>
        <dsp:cNvPr id="0" name=""/>
        <dsp:cNvSpPr/>
      </dsp:nvSpPr>
      <dsp:spPr>
        <a:xfrm>
          <a:off x="1255675" y="930809"/>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manual.docx</a:t>
          </a:r>
        </a:p>
      </dsp:txBody>
      <dsp:txXfrm>
        <a:off x="1262232" y="937366"/>
        <a:ext cx="434598" cy="210742"/>
      </dsp:txXfrm>
    </dsp:sp>
    <dsp:sp modelId="{DF8ACA11-A784-4636-BE9F-ADD52C706CBC}">
      <dsp:nvSpPr>
        <dsp:cNvPr id="0" name=""/>
        <dsp:cNvSpPr/>
      </dsp:nvSpPr>
      <dsp:spPr>
        <a:xfrm rot="2156824">
          <a:off x="959874" y="1154480"/>
          <a:ext cx="321184" cy="12590"/>
        </a:xfrm>
        <a:custGeom>
          <a:avLst/>
          <a:gdLst/>
          <a:ahLst/>
          <a:cxnLst/>
          <a:rect l="0" t="0" r="0" b="0"/>
          <a:pathLst>
            <a:path>
              <a:moveTo>
                <a:pt x="0" y="6295"/>
              </a:moveTo>
              <a:lnTo>
                <a:pt x="321184" y="6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12437" y="1152746"/>
        <a:ext cx="16059" cy="16059"/>
      </dsp:txXfrm>
    </dsp:sp>
    <dsp:sp modelId="{2CE1C545-78E0-47B5-8C72-53A9EE24CD60}">
      <dsp:nvSpPr>
        <dsp:cNvPr id="0" name=""/>
        <dsp:cNvSpPr/>
      </dsp:nvSpPr>
      <dsp:spPr>
        <a:xfrm>
          <a:off x="1250475" y="1143121"/>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user_docs.docx</a:t>
          </a:r>
        </a:p>
      </dsp:txBody>
      <dsp:txXfrm>
        <a:off x="1257032" y="1149678"/>
        <a:ext cx="434598" cy="210742"/>
      </dsp:txXfrm>
    </dsp:sp>
    <dsp:sp modelId="{37DFA971-3BDD-4614-B3F4-FCCCA928E801}">
      <dsp:nvSpPr>
        <dsp:cNvPr id="0" name=""/>
        <dsp:cNvSpPr/>
      </dsp:nvSpPr>
      <dsp:spPr>
        <a:xfrm rot="4504370">
          <a:off x="310763" y="1238448"/>
          <a:ext cx="368931" cy="12590"/>
        </a:xfrm>
        <a:custGeom>
          <a:avLst/>
          <a:gdLst/>
          <a:ahLst/>
          <a:cxnLst/>
          <a:rect l="0" t="0" r="0" b="0"/>
          <a:pathLst>
            <a:path>
              <a:moveTo>
                <a:pt x="0" y="6295"/>
              </a:moveTo>
              <a:lnTo>
                <a:pt x="368931" y="62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486005" y="1235520"/>
        <a:ext cx="18446" cy="18446"/>
      </dsp:txXfrm>
    </dsp:sp>
    <dsp:sp modelId="{250F3298-E4AA-4904-A12B-AAC232EBAA5C}">
      <dsp:nvSpPr>
        <dsp:cNvPr id="0" name=""/>
        <dsp:cNvSpPr/>
      </dsp:nvSpPr>
      <dsp:spPr>
        <a:xfrm>
          <a:off x="542745" y="1311056"/>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err="1"/>
            <a:t>src</a:t>
          </a:r>
          <a:endParaRPr lang="en-US" sz="500" kern="1200" dirty="0"/>
        </a:p>
      </dsp:txBody>
      <dsp:txXfrm>
        <a:off x="549302" y="1317613"/>
        <a:ext cx="434598" cy="210742"/>
      </dsp:txXfrm>
    </dsp:sp>
    <dsp:sp modelId="{500CC38C-370D-4E38-962F-8E689C001DB3}">
      <dsp:nvSpPr>
        <dsp:cNvPr id="0" name=""/>
        <dsp:cNvSpPr/>
      </dsp:nvSpPr>
      <dsp:spPr>
        <a:xfrm rot="1095096">
          <a:off x="983691" y="1458812"/>
          <a:ext cx="268993" cy="12590"/>
        </a:xfrm>
        <a:custGeom>
          <a:avLst/>
          <a:gdLst/>
          <a:ahLst/>
          <a:cxnLst/>
          <a:rect l="0" t="0" r="0" b="0"/>
          <a:pathLst>
            <a:path>
              <a:moveTo>
                <a:pt x="0" y="6295"/>
              </a:moveTo>
              <a:lnTo>
                <a:pt x="268993" y="6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11463" y="1458382"/>
        <a:ext cx="13449" cy="13449"/>
      </dsp:txXfrm>
    </dsp:sp>
    <dsp:sp modelId="{88EDACE5-21AE-4482-B8C7-116CF3A27E99}">
      <dsp:nvSpPr>
        <dsp:cNvPr id="0" name=""/>
        <dsp:cNvSpPr/>
      </dsp:nvSpPr>
      <dsp:spPr>
        <a:xfrm>
          <a:off x="1245918" y="1395302"/>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err="1"/>
            <a:t>main.rkt</a:t>
          </a:r>
          <a:endParaRPr lang="en-US" sz="500" kern="1200" dirty="0"/>
        </a:p>
      </dsp:txBody>
      <dsp:txXfrm>
        <a:off x="1252475" y="1401859"/>
        <a:ext cx="434598" cy="210742"/>
      </dsp:txXfrm>
    </dsp:sp>
    <dsp:sp modelId="{5B061652-2171-4D39-8BCD-A835674795F1}">
      <dsp:nvSpPr>
        <dsp:cNvPr id="0" name=""/>
        <dsp:cNvSpPr/>
      </dsp:nvSpPr>
      <dsp:spPr>
        <a:xfrm rot="2929860">
          <a:off x="924830" y="1561261"/>
          <a:ext cx="384105" cy="12590"/>
        </a:xfrm>
        <a:custGeom>
          <a:avLst/>
          <a:gdLst/>
          <a:ahLst/>
          <a:cxnLst/>
          <a:rect l="0" t="0" r="0" b="0"/>
          <a:pathLst>
            <a:path>
              <a:moveTo>
                <a:pt x="0" y="6295"/>
              </a:moveTo>
              <a:lnTo>
                <a:pt x="384105" y="6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07280" y="1557953"/>
        <a:ext cx="19205" cy="19205"/>
      </dsp:txXfrm>
    </dsp:sp>
    <dsp:sp modelId="{11F686DE-25FA-4C6B-B5BD-0426FD435EBF}">
      <dsp:nvSpPr>
        <dsp:cNvPr id="0" name=""/>
        <dsp:cNvSpPr/>
      </dsp:nvSpPr>
      <dsp:spPr>
        <a:xfrm>
          <a:off x="1243307" y="1600200"/>
          <a:ext cx="434003"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module1.rkt</a:t>
          </a:r>
        </a:p>
      </dsp:txBody>
      <dsp:txXfrm>
        <a:off x="1249864" y="1606757"/>
        <a:ext cx="420889" cy="210742"/>
      </dsp:txXfrm>
    </dsp:sp>
    <dsp:sp modelId="{4D73C71E-89F8-46D7-ABCD-94CC477E1629}">
      <dsp:nvSpPr>
        <dsp:cNvPr id="0" name=""/>
        <dsp:cNvSpPr/>
      </dsp:nvSpPr>
      <dsp:spPr>
        <a:xfrm rot="3804751">
          <a:off x="834409" y="1669291"/>
          <a:ext cx="564947" cy="12590"/>
        </a:xfrm>
        <a:custGeom>
          <a:avLst/>
          <a:gdLst/>
          <a:ahLst/>
          <a:cxnLst/>
          <a:rect l="0" t="0" r="0" b="0"/>
          <a:pathLst>
            <a:path>
              <a:moveTo>
                <a:pt x="0" y="6295"/>
              </a:moveTo>
              <a:lnTo>
                <a:pt x="564947" y="6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02759" y="1661463"/>
        <a:ext cx="28247" cy="28247"/>
      </dsp:txXfrm>
    </dsp:sp>
    <dsp:sp modelId="{2370C263-D04C-4203-963B-8F5DE028DD68}">
      <dsp:nvSpPr>
        <dsp:cNvPr id="0" name=""/>
        <dsp:cNvSpPr/>
      </dsp:nvSpPr>
      <dsp:spPr>
        <a:xfrm>
          <a:off x="1243307" y="1816261"/>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module2.rkt</a:t>
          </a:r>
        </a:p>
      </dsp:txBody>
      <dsp:txXfrm>
        <a:off x="1249864" y="1822818"/>
        <a:ext cx="434598" cy="210742"/>
      </dsp:txXfrm>
    </dsp:sp>
    <dsp:sp modelId="{58F4492D-8348-40AC-AEC6-55C7C3535C7C}">
      <dsp:nvSpPr>
        <dsp:cNvPr id="0" name=""/>
        <dsp:cNvSpPr/>
      </dsp:nvSpPr>
      <dsp:spPr>
        <a:xfrm rot="4240874">
          <a:off x="734730" y="1777323"/>
          <a:ext cx="764304" cy="12590"/>
        </a:xfrm>
        <a:custGeom>
          <a:avLst/>
          <a:gdLst/>
          <a:ahLst/>
          <a:cxnLst/>
          <a:rect l="0" t="0" r="0" b="0"/>
          <a:pathLst>
            <a:path>
              <a:moveTo>
                <a:pt x="0" y="6295"/>
              </a:moveTo>
              <a:lnTo>
                <a:pt x="764304" y="62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097775" y="1764511"/>
        <a:ext cx="38215" cy="38215"/>
      </dsp:txXfrm>
    </dsp:sp>
    <dsp:sp modelId="{3E4CFFF9-FD55-47C7-9E6D-F0C6A9412ADB}">
      <dsp:nvSpPr>
        <dsp:cNvPr id="0" name=""/>
        <dsp:cNvSpPr/>
      </dsp:nvSpPr>
      <dsp:spPr>
        <a:xfrm>
          <a:off x="1243307" y="2032325"/>
          <a:ext cx="447712" cy="22385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module3.rkt</a:t>
          </a:r>
        </a:p>
      </dsp:txBody>
      <dsp:txXfrm>
        <a:off x="1249864" y="2038882"/>
        <a:ext cx="434598" cy="21074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6DF2C9-EBE4-4351-8E7C-99EF6186DA4A}" type="datetimeFigureOut">
              <a:rPr lang="en-US" smtClean="0"/>
              <a:t>12/14/2025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F33FE-8B1E-4C5B-8D9A-3EE999E9590B}" type="slidenum">
              <a:rPr lang="en-US" smtClean="0"/>
              <a:t>‹#›</a:t>
            </a:fld>
            <a:endParaRPr lang="en-US"/>
          </a:p>
        </p:txBody>
      </p:sp>
    </p:spTree>
    <p:extLst>
      <p:ext uri="{BB962C8B-B14F-4D97-AF65-F5344CB8AC3E}">
        <p14:creationId xmlns:p14="http://schemas.microsoft.com/office/powerpoint/2010/main" val="90900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72F33FE-8B1E-4C5B-8D9A-3EE999E9590B}" type="slidenum">
              <a:rPr lang="en-US" smtClean="0"/>
              <a:t>11</a:t>
            </a:fld>
            <a:endParaRPr lang="en-US"/>
          </a:p>
        </p:txBody>
      </p:sp>
    </p:spTree>
    <p:extLst>
      <p:ext uri="{BB962C8B-B14F-4D97-AF65-F5344CB8AC3E}">
        <p14:creationId xmlns:p14="http://schemas.microsoft.com/office/powerpoint/2010/main" val="2941475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2F7EF0E-4991-462B-BCBC-694BF8FF3688}" type="datetime1">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2E238C-8F63-4660-A32A-C9B584CD1B02}" type="datetime1">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0B3D8-3199-4EDC-AFB8-E5E1023043D8}" type="datetime1">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1485FBC-8459-4252-B46C-2615F0D54FC6}" type="datetime1">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E380D9-9396-4976-888A-7F66E925443E}" type="datetime1">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72D5E2-7B37-4517-8EA5-A6DF76D7EE3F}" type="datetime1">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0C6D0D-45DC-40A4-8EDC-8F932DB50654}" type="datetime1">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4C1E1B-D9BE-4D48-9550-F287D9BA16DE}" type="datetime1">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0E4DC0-C2D6-4F3D-AA6C-29D7CF4C2F1A}" type="datetime1">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8001E-7DBC-4AD3-B695-153B32E72DEB}" type="datetime1">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68F95E-FC82-488B-97B3-253076412B55}" type="datetime1">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a:ln w="28575">
            <a:solidFill>
              <a:schemeClr val="accent1"/>
            </a:solidFill>
          </a:ln>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18A1C-E434-4CD7-9618-B4C273088978}" type="datetime1">
              <a:rPr lang="en-US" smtClean="0"/>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Git Introduction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649193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r>
              <a:rPr lang="en-US" dirty="0"/>
              <a:t>At the end of this lesson you  should be able to explain:</a:t>
            </a:r>
          </a:p>
          <a:p>
            <a:pPr lvl="1"/>
            <a:r>
              <a:rPr lang="en-US" dirty="0"/>
              <a:t>how </a:t>
            </a:r>
            <a:r>
              <a:rPr lang="en-US" dirty="0" err="1"/>
              <a:t>git</a:t>
            </a:r>
            <a:r>
              <a:rPr lang="en-US" dirty="0"/>
              <a:t> creates a mini-</a:t>
            </a:r>
            <a:r>
              <a:rPr lang="en-US" dirty="0" err="1"/>
              <a:t>filesystem</a:t>
            </a:r>
            <a:r>
              <a:rPr lang="en-US" dirty="0"/>
              <a:t> in your directory</a:t>
            </a:r>
          </a:p>
          <a:p>
            <a:pPr lvl="1"/>
            <a:r>
              <a:rPr lang="en-US" dirty="0"/>
              <a:t>what commit, push, pull, and sync do</a:t>
            </a:r>
          </a:p>
          <a:p>
            <a:pPr lvl="1"/>
            <a:r>
              <a:rPr lang="en-US" dirty="0"/>
              <a:t>the elements of the basic </a:t>
            </a:r>
            <a:r>
              <a:rPr lang="en-US" dirty="0" err="1"/>
              <a:t>git</a:t>
            </a:r>
            <a:r>
              <a:rPr lang="en-US" dirty="0"/>
              <a:t> workflow</a:t>
            </a:r>
          </a:p>
          <a:p>
            <a:pPr lvl="1"/>
            <a:r>
              <a:rPr lang="en-US" dirty="0"/>
              <a:t>how </a:t>
            </a:r>
            <a:r>
              <a:rPr lang="en-US" dirty="0" err="1"/>
              <a:t>git</a:t>
            </a:r>
            <a:r>
              <a:rPr lang="en-US" dirty="0"/>
              <a:t> allows you to work across multiple computers</a:t>
            </a:r>
          </a:p>
          <a:p>
            <a:pPr lvl="1"/>
            <a:r>
              <a:rPr lang="en-US" dirty="0"/>
              <a:t>how </a:t>
            </a:r>
            <a:r>
              <a:rPr lang="en-US" dirty="0" err="1"/>
              <a:t>git</a:t>
            </a:r>
            <a:r>
              <a:rPr lang="en-US" dirty="0"/>
              <a:t> allows you and a partner to work together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87112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Git keeps track of the history of your commits, so you can go back and look at earlier versions, or just give up on the current version and go back some earlier version.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691518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files</a:t>
            </a:r>
          </a:p>
        </p:txBody>
      </p:sp>
      <p:graphicFrame>
        <p:nvGraphicFramePr>
          <p:cNvPr id="4" name="Diagram 3"/>
          <p:cNvGraphicFramePr/>
          <p:nvPr>
            <p:extLst>
              <p:ext uri="{D42A27DB-BD31-4B8C-83A1-F6EECF244321}">
                <p14:modId xmlns:p14="http://schemas.microsoft.com/office/powerpoint/2010/main" val="1404610447"/>
              </p:ext>
            </p:extLst>
          </p:nvPr>
        </p:nvGraphicFramePr>
        <p:xfrm>
          <a:off x="1523999" y="685800"/>
          <a:ext cx="3357094" cy="42339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p:cNvSpPr/>
          <p:nvPr/>
        </p:nvSpPr>
        <p:spPr>
          <a:xfrm>
            <a:off x="1447800" y="4191000"/>
            <a:ext cx="2590800" cy="914400"/>
          </a:xfrm>
          <a:prstGeom prst="rect">
            <a:avLst/>
          </a:prstGeom>
          <a:solidFill>
            <a:schemeClr val="accent3">
              <a:lumMod val="40000"/>
              <a:lumOff val="6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Here are your files, sitting in a directory called my-project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354679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files in your </a:t>
            </a:r>
            <a:r>
              <a:rPr lang="en-US" dirty="0" err="1"/>
              <a:t>git</a:t>
            </a:r>
            <a:r>
              <a:rPr lang="en-US" dirty="0"/>
              <a:t> repository</a:t>
            </a:r>
          </a:p>
        </p:txBody>
      </p:sp>
      <p:graphicFrame>
        <p:nvGraphicFramePr>
          <p:cNvPr id="4" name="Diagram 3"/>
          <p:cNvGraphicFramePr/>
          <p:nvPr>
            <p:extLst>
              <p:ext uri="{D42A27DB-BD31-4B8C-83A1-F6EECF244321}">
                <p14:modId xmlns:p14="http://schemas.microsoft.com/office/powerpoint/2010/main" val="245618749"/>
              </p:ext>
            </p:extLst>
          </p:nvPr>
        </p:nvGraphicFramePr>
        <p:xfrm>
          <a:off x="708338" y="1081825"/>
          <a:ext cx="2873062" cy="4578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12" name="Flowchart: Magnetic Disk 11"/>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3"/>
            <a:endCxn id="12"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9"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0886" y="2743200"/>
            <a:ext cx="4288561" cy="2585323"/>
          </a:xfrm>
          <a:prstGeom prst="rect">
            <a:avLst/>
          </a:prstGeom>
          <a:noFill/>
        </p:spPr>
        <p:txBody>
          <a:bodyPr wrap="square" rtlCol="0">
            <a:spAutoFit/>
          </a:bodyPr>
          <a:lstStyle/>
          <a:p>
            <a:r>
              <a:rPr lang="en-US" dirty="0"/>
              <a:t>When you have a </a:t>
            </a:r>
            <a:r>
              <a:rPr lang="en-US" dirty="0" err="1"/>
              <a:t>git</a:t>
            </a:r>
            <a:r>
              <a:rPr lang="en-US" dirty="0"/>
              <a:t> repository, you have an additional directory called .</a:t>
            </a:r>
            <a:r>
              <a:rPr lang="en-US" dirty="0" err="1"/>
              <a:t>git</a:t>
            </a:r>
            <a:r>
              <a:rPr lang="en-US" dirty="0"/>
              <a:t>, which points at a mini-</a:t>
            </a:r>
            <a:r>
              <a:rPr lang="en-US" dirty="0" err="1"/>
              <a:t>filesystem</a:t>
            </a:r>
            <a:r>
              <a:rPr lang="en-US" dirty="0"/>
              <a:t>.   </a:t>
            </a:r>
          </a:p>
          <a:p>
            <a:endParaRPr lang="en-US" dirty="0"/>
          </a:p>
          <a:p>
            <a:r>
              <a:rPr lang="en-US" dirty="0"/>
              <a:t>This file system keeps all your data, plus the bells and whistles that </a:t>
            </a:r>
            <a:r>
              <a:rPr lang="en-US" dirty="0" err="1"/>
              <a:t>git</a:t>
            </a:r>
            <a:r>
              <a:rPr lang="en-US" dirty="0"/>
              <a:t> needs to do its job.  </a:t>
            </a:r>
          </a:p>
          <a:p>
            <a:endParaRPr lang="en-US" dirty="0"/>
          </a:p>
          <a:p>
            <a:r>
              <a:rPr lang="en-US" dirty="0"/>
              <a:t>All this sits on your local machine.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78363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git</a:t>
            </a:r>
            <a:r>
              <a:rPr lang="en-US" dirty="0"/>
              <a:t> client</a:t>
            </a:r>
          </a:p>
        </p:txBody>
      </p:sp>
      <p:grpSp>
        <p:nvGrpSpPr>
          <p:cNvPr id="5" name="Group 4"/>
          <p:cNvGrpSpPr/>
          <p:nvPr/>
        </p:nvGrpSpPr>
        <p:grpSpPr>
          <a:xfrm>
            <a:off x="592428" y="1555583"/>
            <a:ext cx="4436772" cy="4769017"/>
            <a:chOff x="1371600" y="1143000"/>
            <a:chExt cx="3657600" cy="4038600"/>
          </a:xfrm>
        </p:grpSpPr>
        <p:graphicFrame>
          <p:nvGraphicFramePr>
            <p:cNvPr id="4" name="Diagram 3"/>
            <p:cNvGraphicFramePr/>
            <p:nvPr>
              <p:extLst>
                <p:ext uri="{D42A27DB-BD31-4B8C-83A1-F6EECF244321}">
                  <p14:modId xmlns:p14="http://schemas.microsoft.com/office/powerpoint/2010/main" val="4027410705"/>
                </p:ext>
              </p:extLst>
            </p:nvPr>
          </p:nvGraphicFramePr>
          <p:xfrm>
            <a:off x="1371600" y="1143000"/>
            <a:ext cx="22098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12" name="Flowchart: Magnetic Disk 11"/>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9" idx="3"/>
              <a:endCxn id="12"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9"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4408919" y="3825089"/>
            <a:ext cx="4288561" cy="1477328"/>
          </a:xfrm>
          <a:prstGeom prst="rect">
            <a:avLst/>
          </a:prstGeom>
          <a:noFill/>
        </p:spPr>
        <p:txBody>
          <a:bodyPr wrap="square" rtlCol="0">
            <a:spAutoFit/>
          </a:bodyPr>
          <a:lstStyle/>
          <a:p>
            <a:r>
              <a:rPr lang="en-US" dirty="0"/>
              <a:t>This mini-</a:t>
            </a:r>
            <a:r>
              <a:rPr lang="en-US" dirty="0" err="1"/>
              <a:t>filesystem</a:t>
            </a:r>
            <a:r>
              <a:rPr lang="en-US" dirty="0"/>
              <a:t> is highly optimized and very complicated.  Don’t try to read it directly.</a:t>
            </a:r>
          </a:p>
          <a:p>
            <a:endParaRPr lang="en-US" dirty="0"/>
          </a:p>
          <a:p>
            <a:r>
              <a:rPr lang="en-US" dirty="0"/>
              <a:t>The job of the git is to manage this for you.</a:t>
            </a:r>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521393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Commit</a:t>
            </a:r>
          </a:p>
        </p:txBody>
      </p:sp>
      <p:grpSp>
        <p:nvGrpSpPr>
          <p:cNvPr id="3" name="Group 2"/>
          <p:cNvGrpSpPr/>
          <p:nvPr/>
        </p:nvGrpSpPr>
        <p:grpSpPr>
          <a:xfrm>
            <a:off x="631371" y="1468192"/>
            <a:ext cx="4397829" cy="4551608"/>
            <a:chOff x="1371600" y="1143000"/>
            <a:chExt cx="3657600" cy="4038600"/>
          </a:xfrm>
        </p:grpSpPr>
        <p:graphicFrame>
          <p:nvGraphicFramePr>
            <p:cNvPr id="4" name="Diagram 3"/>
            <p:cNvGraphicFramePr/>
            <p:nvPr>
              <p:extLst>
                <p:ext uri="{D42A27DB-BD31-4B8C-83A1-F6EECF244321}">
                  <p14:modId xmlns:p14="http://schemas.microsoft.com/office/powerpoint/2010/main" val="1340521796"/>
                </p:ext>
              </p:extLst>
            </p:nvPr>
          </p:nvGraphicFramePr>
          <p:xfrm>
            <a:off x="1371600" y="1143000"/>
            <a:ext cx="22098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6" name="Flowchart: Magnetic Disk 5"/>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3"/>
              <a:endCxn id="6"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5"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0" name="Bent-Up Arrow 9"/>
          <p:cNvSpPr/>
          <p:nvPr/>
        </p:nvSpPr>
        <p:spPr>
          <a:xfrm>
            <a:off x="3733800" y="3352800"/>
            <a:ext cx="1078992" cy="1295400"/>
          </a:xfrm>
          <a:prstGeom prst="bentUpArrow">
            <a:avLst>
              <a:gd name="adj1" fmla="val 33917"/>
              <a:gd name="adj2" fmla="val 25000"/>
              <a:gd name="adj3" fmla="val 2500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commit</a:t>
            </a:r>
          </a:p>
        </p:txBody>
      </p:sp>
      <p:sp>
        <p:nvSpPr>
          <p:cNvPr id="11" name="Rectangle 10"/>
          <p:cNvSpPr/>
          <p:nvPr/>
        </p:nvSpPr>
        <p:spPr>
          <a:xfrm>
            <a:off x="5159829" y="3465329"/>
            <a:ext cx="3352800" cy="2308324"/>
          </a:xfrm>
          <a:prstGeom prst="rect">
            <a:avLst/>
          </a:prstGeom>
        </p:spPr>
        <p:txBody>
          <a:bodyPr wrap="square">
            <a:spAutoFit/>
          </a:bodyPr>
          <a:lstStyle/>
          <a:p>
            <a:r>
              <a:rPr lang="en-US" dirty="0"/>
              <a:t>When you do a “commit”, you record all your local changes into the mini-</a:t>
            </a:r>
            <a:r>
              <a:rPr lang="en-US" dirty="0" err="1"/>
              <a:t>fs</a:t>
            </a:r>
            <a:r>
              <a:rPr lang="en-US" dirty="0"/>
              <a:t>.</a:t>
            </a:r>
          </a:p>
          <a:p>
            <a:pPr lvl="1"/>
            <a:endParaRPr lang="en-US" dirty="0"/>
          </a:p>
          <a:p>
            <a:r>
              <a:rPr lang="en-US" dirty="0"/>
              <a:t>The mini-</a:t>
            </a:r>
            <a:r>
              <a:rPr lang="en-US" dirty="0" err="1"/>
              <a:t>fs</a:t>
            </a:r>
            <a:r>
              <a:rPr lang="en-US" dirty="0"/>
              <a:t> is “append-only”.  Nothing is ever over-written there, so everything you ever commit can be recovered.</a:t>
            </a:r>
          </a:p>
        </p:txBody>
      </p:sp>
      <p:sp>
        <p:nvSpPr>
          <p:cNvPr id="9" name="Slide Number Placeholder 8"/>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085815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Synchronizing with the server (1)</a:t>
            </a:r>
          </a:p>
        </p:txBody>
      </p:sp>
      <p:grpSp>
        <p:nvGrpSpPr>
          <p:cNvPr id="3" name="Group 2"/>
          <p:cNvGrpSpPr/>
          <p:nvPr/>
        </p:nvGrpSpPr>
        <p:grpSpPr>
          <a:xfrm>
            <a:off x="180304" y="2215551"/>
            <a:ext cx="3676919" cy="4191688"/>
            <a:chOff x="1371600" y="1143000"/>
            <a:chExt cx="3657600" cy="4038600"/>
          </a:xfrm>
        </p:grpSpPr>
        <p:graphicFrame>
          <p:nvGraphicFramePr>
            <p:cNvPr id="4" name="Diagram 3"/>
            <p:cNvGraphicFramePr/>
            <p:nvPr>
              <p:extLst>
                <p:ext uri="{D42A27DB-BD31-4B8C-83A1-F6EECF244321}">
                  <p14:modId xmlns:p14="http://schemas.microsoft.com/office/powerpoint/2010/main" val="442898236"/>
                </p:ext>
              </p:extLst>
            </p:nvPr>
          </p:nvGraphicFramePr>
          <p:xfrm>
            <a:off x="1371600" y="1143000"/>
            <a:ext cx="22098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6" name="Flowchart: Magnetic Disk 5"/>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3"/>
              <a:endCxn id="6"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5"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9" name="Flowchart: Magnetic Disk 8"/>
          <p:cNvSpPr/>
          <p:nvPr/>
        </p:nvSpPr>
        <p:spPr>
          <a:xfrm>
            <a:off x="5867400" y="2300412"/>
            <a:ext cx="704850" cy="911490"/>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4038600" y="2438417"/>
            <a:ext cx="1295400" cy="635480"/>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push</a:t>
            </a:r>
          </a:p>
        </p:txBody>
      </p:sp>
      <p:sp>
        <p:nvSpPr>
          <p:cNvPr id="11" name="TextBox 10"/>
          <p:cNvSpPr txBox="1"/>
          <p:nvPr/>
        </p:nvSpPr>
        <p:spPr>
          <a:xfrm>
            <a:off x="4800601" y="3810000"/>
            <a:ext cx="4267200" cy="2862322"/>
          </a:xfrm>
          <a:prstGeom prst="rect">
            <a:avLst/>
          </a:prstGeom>
          <a:noFill/>
        </p:spPr>
        <p:txBody>
          <a:bodyPr wrap="square" rtlCol="0">
            <a:spAutoFit/>
          </a:bodyPr>
          <a:lstStyle/>
          <a:p>
            <a:r>
              <a:rPr lang="en-US" dirty="0"/>
              <a:t>At the end of each work session, you need to save your changes on the server.  This is called a “push”.</a:t>
            </a:r>
          </a:p>
          <a:p>
            <a:endParaRPr lang="en-US" dirty="0"/>
          </a:p>
          <a:p>
            <a:r>
              <a:rPr lang="en-US" dirty="0"/>
              <a:t>Now all your data is backed up.</a:t>
            </a:r>
          </a:p>
          <a:p>
            <a:pPr marL="285750" indent="-285750">
              <a:buFont typeface="Arial" pitchFamily="34" charset="0"/>
              <a:buChar char="•"/>
            </a:pPr>
            <a:r>
              <a:rPr lang="en-US" dirty="0"/>
              <a:t>You can retrieve it, on your machine or some other machine.</a:t>
            </a:r>
          </a:p>
          <a:p>
            <a:pPr marL="285750" indent="-285750">
              <a:buFont typeface="Arial" pitchFamily="34" charset="0"/>
              <a:buChar char="•"/>
            </a:pPr>
            <a:r>
              <a:rPr lang="en-US" dirty="0"/>
              <a:t>We can retrieve it (that’s how we collect homework)</a:t>
            </a:r>
          </a:p>
          <a:p>
            <a:endParaRPr lang="en-US" dirty="0"/>
          </a:p>
        </p:txBody>
      </p:sp>
      <p:sp>
        <p:nvSpPr>
          <p:cNvPr id="12" name="TextBox 11"/>
          <p:cNvSpPr txBox="1"/>
          <p:nvPr/>
        </p:nvSpPr>
        <p:spPr>
          <a:xfrm>
            <a:off x="1558128" y="1600200"/>
            <a:ext cx="1954574" cy="369332"/>
          </a:xfrm>
          <a:prstGeom prst="rect">
            <a:avLst/>
          </a:prstGeom>
          <a:noFill/>
          <a:ln>
            <a:solidFill>
              <a:schemeClr val="tx1"/>
            </a:solidFill>
          </a:ln>
        </p:spPr>
        <p:txBody>
          <a:bodyPr wrap="none" rtlCol="0">
            <a:spAutoFit/>
          </a:bodyPr>
          <a:lstStyle/>
          <a:p>
            <a:r>
              <a:rPr lang="en-US" dirty="0"/>
              <a:t>your local machine</a:t>
            </a:r>
          </a:p>
        </p:txBody>
      </p:sp>
      <p:sp>
        <p:nvSpPr>
          <p:cNvPr id="13" name="TextBox 12"/>
          <p:cNvSpPr txBox="1"/>
          <p:nvPr/>
        </p:nvSpPr>
        <p:spPr>
          <a:xfrm>
            <a:off x="5867400" y="1461700"/>
            <a:ext cx="3048000" cy="646331"/>
          </a:xfrm>
          <a:prstGeom prst="rect">
            <a:avLst/>
          </a:prstGeom>
          <a:noFill/>
          <a:ln>
            <a:solidFill>
              <a:schemeClr val="tx1"/>
            </a:solidFill>
          </a:ln>
        </p:spPr>
        <p:txBody>
          <a:bodyPr wrap="square" rtlCol="0">
            <a:spAutoFit/>
          </a:bodyPr>
          <a:lstStyle/>
          <a:p>
            <a:r>
              <a:rPr lang="en-US" dirty="0"/>
              <a:t>a server, somewhere on the internet, </a:t>
            </a:r>
            <a:r>
              <a:rPr lang="en-US" dirty="0" err="1"/>
              <a:t>eg</a:t>
            </a:r>
            <a:r>
              <a:rPr lang="en-US" dirty="0"/>
              <a:t>. github.com</a:t>
            </a:r>
          </a:p>
        </p:txBody>
      </p:sp>
      <p:sp>
        <p:nvSpPr>
          <p:cNvPr id="14" name="Slide Number Placeholder 1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85885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Synchronizing with the server (2)</a:t>
            </a:r>
          </a:p>
        </p:txBody>
      </p:sp>
      <p:grpSp>
        <p:nvGrpSpPr>
          <p:cNvPr id="3" name="Group 2"/>
          <p:cNvGrpSpPr/>
          <p:nvPr/>
        </p:nvGrpSpPr>
        <p:grpSpPr>
          <a:xfrm>
            <a:off x="399245" y="1969532"/>
            <a:ext cx="3245476" cy="4231645"/>
            <a:chOff x="1371600" y="1143000"/>
            <a:chExt cx="3657600" cy="4038600"/>
          </a:xfrm>
        </p:grpSpPr>
        <p:graphicFrame>
          <p:nvGraphicFramePr>
            <p:cNvPr id="4" name="Diagram 3"/>
            <p:cNvGraphicFramePr/>
            <p:nvPr>
              <p:extLst>
                <p:ext uri="{D42A27DB-BD31-4B8C-83A1-F6EECF244321}">
                  <p14:modId xmlns:p14="http://schemas.microsoft.com/office/powerpoint/2010/main" val="3090121757"/>
                </p:ext>
              </p:extLst>
            </p:nvPr>
          </p:nvGraphicFramePr>
          <p:xfrm>
            <a:off x="1371600" y="1143000"/>
            <a:ext cx="22098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6" name="Flowchart: Magnetic Disk 5"/>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3"/>
              <a:endCxn id="6"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5"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9" name="Flowchart: Magnetic Disk 8"/>
          <p:cNvSpPr/>
          <p:nvPr/>
        </p:nvSpPr>
        <p:spPr>
          <a:xfrm>
            <a:off x="5867399" y="2300412"/>
            <a:ext cx="1018335" cy="123594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flipH="1">
            <a:off x="3733800" y="2438417"/>
            <a:ext cx="1905000" cy="6354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pull</a:t>
            </a:r>
          </a:p>
        </p:txBody>
      </p:sp>
      <p:sp>
        <p:nvSpPr>
          <p:cNvPr id="11" name="TextBox 10"/>
          <p:cNvSpPr txBox="1"/>
          <p:nvPr/>
        </p:nvSpPr>
        <p:spPr>
          <a:xfrm>
            <a:off x="4800601" y="3810000"/>
            <a:ext cx="4267200" cy="2862322"/>
          </a:xfrm>
          <a:prstGeom prst="rect">
            <a:avLst/>
          </a:prstGeom>
          <a:noFill/>
        </p:spPr>
        <p:txBody>
          <a:bodyPr wrap="square" rtlCol="0">
            <a:spAutoFit/>
          </a:bodyPr>
          <a:lstStyle/>
          <a:p>
            <a:r>
              <a:rPr lang="en-US" dirty="0"/>
              <a:t>To retrieve your data from the server, you do a “pull”.  A “pull” takes the data from the server and puts it both in your local mini-</a:t>
            </a:r>
            <a:r>
              <a:rPr lang="en-US" dirty="0" err="1"/>
              <a:t>fs</a:t>
            </a:r>
            <a:r>
              <a:rPr lang="en-US" dirty="0"/>
              <a:t> and in your ordinary files.</a:t>
            </a:r>
          </a:p>
          <a:p>
            <a:endParaRPr lang="en-US" dirty="0"/>
          </a:p>
          <a:p>
            <a:r>
              <a:rPr lang="en-US" dirty="0"/>
              <a:t>If your local file has changed, </a:t>
            </a:r>
            <a:r>
              <a:rPr lang="en-US" dirty="0" err="1"/>
              <a:t>git</a:t>
            </a:r>
            <a:r>
              <a:rPr lang="en-US" dirty="0"/>
              <a:t> will merge the changes if possible.  If it can’t figure out how to the merge, you will get an error message.  We'll learn how to deal with these in the next lesson.</a:t>
            </a:r>
          </a:p>
        </p:txBody>
      </p:sp>
      <p:sp>
        <p:nvSpPr>
          <p:cNvPr id="12" name="TextBox 11"/>
          <p:cNvSpPr txBox="1"/>
          <p:nvPr/>
        </p:nvSpPr>
        <p:spPr>
          <a:xfrm>
            <a:off x="1558128" y="1600200"/>
            <a:ext cx="1954574" cy="369332"/>
          </a:xfrm>
          <a:prstGeom prst="rect">
            <a:avLst/>
          </a:prstGeom>
          <a:noFill/>
          <a:ln>
            <a:solidFill>
              <a:schemeClr val="tx1"/>
            </a:solidFill>
          </a:ln>
        </p:spPr>
        <p:txBody>
          <a:bodyPr wrap="none" rtlCol="0">
            <a:spAutoFit/>
          </a:bodyPr>
          <a:lstStyle/>
          <a:p>
            <a:r>
              <a:rPr lang="en-US" dirty="0"/>
              <a:t>your local machine</a:t>
            </a:r>
          </a:p>
        </p:txBody>
      </p:sp>
      <p:sp>
        <p:nvSpPr>
          <p:cNvPr id="13" name="TextBox 12"/>
          <p:cNvSpPr txBox="1"/>
          <p:nvPr/>
        </p:nvSpPr>
        <p:spPr>
          <a:xfrm>
            <a:off x="5867400" y="1461700"/>
            <a:ext cx="3048000" cy="646331"/>
          </a:xfrm>
          <a:prstGeom prst="rect">
            <a:avLst/>
          </a:prstGeom>
          <a:noFill/>
          <a:ln>
            <a:solidFill>
              <a:schemeClr val="tx1"/>
            </a:solidFill>
          </a:ln>
        </p:spPr>
        <p:txBody>
          <a:bodyPr wrap="square" rtlCol="0">
            <a:spAutoFit/>
          </a:bodyPr>
          <a:lstStyle/>
          <a:p>
            <a:r>
              <a:rPr lang="en-US" dirty="0"/>
              <a:t>a server, somewhere on the internet, </a:t>
            </a:r>
            <a:r>
              <a:rPr lang="en-US" dirty="0" err="1"/>
              <a:t>eg</a:t>
            </a:r>
            <a:r>
              <a:rPr lang="en-US" dirty="0"/>
              <a:t>. github.com</a:t>
            </a:r>
          </a:p>
        </p:txBody>
      </p:sp>
      <p:sp>
        <p:nvSpPr>
          <p:cNvPr id="15" name="Bent-Up Arrow 14"/>
          <p:cNvSpPr/>
          <p:nvPr/>
        </p:nvSpPr>
        <p:spPr>
          <a:xfrm rot="16200000" flipH="1">
            <a:off x="2597487" y="3438986"/>
            <a:ext cx="755170" cy="714190"/>
          </a:xfrm>
          <a:prstGeom prst="bentUpArrow">
            <a:avLst>
              <a:gd name="adj1" fmla="val 36663"/>
              <a:gd name="adj2" fmla="val 33042"/>
              <a:gd name="adj3" fmla="val 3450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pull</a:t>
            </a:r>
          </a:p>
        </p:txBody>
      </p:sp>
      <p:sp>
        <p:nvSpPr>
          <p:cNvPr id="14" name="Slide Number Placeholder 1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156901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whole picture</a:t>
            </a:r>
          </a:p>
        </p:txBody>
      </p:sp>
      <p:grpSp>
        <p:nvGrpSpPr>
          <p:cNvPr id="3" name="Group 2"/>
          <p:cNvGrpSpPr/>
          <p:nvPr/>
        </p:nvGrpSpPr>
        <p:grpSpPr>
          <a:xfrm>
            <a:off x="677065" y="1880315"/>
            <a:ext cx="3132935" cy="4108361"/>
            <a:chOff x="1371600" y="1143000"/>
            <a:chExt cx="3657600" cy="4038600"/>
          </a:xfrm>
        </p:grpSpPr>
        <p:graphicFrame>
          <p:nvGraphicFramePr>
            <p:cNvPr id="4" name="Diagram 3"/>
            <p:cNvGraphicFramePr/>
            <p:nvPr>
              <p:extLst>
                <p:ext uri="{D42A27DB-BD31-4B8C-83A1-F6EECF244321}">
                  <p14:modId xmlns:p14="http://schemas.microsoft.com/office/powerpoint/2010/main" val="1665376229"/>
                </p:ext>
              </p:extLst>
            </p:nvPr>
          </p:nvGraphicFramePr>
          <p:xfrm>
            <a:off x="1371600" y="1143000"/>
            <a:ext cx="22098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6" name="Flowchart: Magnetic Disk 5"/>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3"/>
              <a:endCxn id="6"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5"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9" name="Flowchart: Magnetic Disk 8"/>
          <p:cNvSpPr/>
          <p:nvPr/>
        </p:nvSpPr>
        <p:spPr>
          <a:xfrm>
            <a:off x="5867400" y="2300412"/>
            <a:ext cx="704850" cy="911490"/>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flipH="1">
            <a:off x="3962400" y="2609733"/>
            <a:ext cx="1562100" cy="6354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pull</a:t>
            </a:r>
          </a:p>
        </p:txBody>
      </p:sp>
      <p:sp>
        <p:nvSpPr>
          <p:cNvPr id="11" name="TextBox 10"/>
          <p:cNvSpPr txBox="1"/>
          <p:nvPr/>
        </p:nvSpPr>
        <p:spPr>
          <a:xfrm>
            <a:off x="1558128" y="1600200"/>
            <a:ext cx="1954574" cy="369332"/>
          </a:xfrm>
          <a:prstGeom prst="rect">
            <a:avLst/>
          </a:prstGeom>
          <a:noFill/>
          <a:ln>
            <a:solidFill>
              <a:schemeClr val="tx1"/>
            </a:solidFill>
          </a:ln>
        </p:spPr>
        <p:txBody>
          <a:bodyPr wrap="none" rtlCol="0">
            <a:spAutoFit/>
          </a:bodyPr>
          <a:lstStyle/>
          <a:p>
            <a:r>
              <a:rPr lang="en-US" dirty="0"/>
              <a:t>your local machine</a:t>
            </a:r>
          </a:p>
        </p:txBody>
      </p:sp>
      <p:sp>
        <p:nvSpPr>
          <p:cNvPr id="12" name="TextBox 11"/>
          <p:cNvSpPr txBox="1"/>
          <p:nvPr/>
        </p:nvSpPr>
        <p:spPr>
          <a:xfrm>
            <a:off x="5723561" y="1461700"/>
            <a:ext cx="3184133" cy="646331"/>
          </a:xfrm>
          <a:prstGeom prst="rect">
            <a:avLst/>
          </a:prstGeom>
          <a:noFill/>
          <a:ln>
            <a:solidFill>
              <a:schemeClr val="tx1"/>
            </a:solidFill>
          </a:ln>
        </p:spPr>
        <p:txBody>
          <a:bodyPr wrap="square" rtlCol="0">
            <a:spAutoFit/>
          </a:bodyPr>
          <a:lstStyle/>
          <a:p>
            <a:r>
              <a:rPr lang="en-US" dirty="0"/>
              <a:t>a server, somewhere on the internet, </a:t>
            </a:r>
            <a:r>
              <a:rPr lang="en-US" dirty="0" err="1"/>
              <a:t>eg</a:t>
            </a:r>
            <a:r>
              <a:rPr lang="en-US" dirty="0"/>
              <a:t>. github.ccs.neu.edu</a:t>
            </a:r>
          </a:p>
        </p:txBody>
      </p:sp>
      <p:sp>
        <p:nvSpPr>
          <p:cNvPr id="13" name="Bent-Up Arrow 12"/>
          <p:cNvSpPr/>
          <p:nvPr/>
        </p:nvSpPr>
        <p:spPr>
          <a:xfrm rot="16200000" flipH="1">
            <a:off x="2514925" y="3303920"/>
            <a:ext cx="755170" cy="714190"/>
          </a:xfrm>
          <a:prstGeom prst="bentUpArrow">
            <a:avLst>
              <a:gd name="adj1" fmla="val 36663"/>
              <a:gd name="adj2" fmla="val 33042"/>
              <a:gd name="adj3" fmla="val 3450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pull</a:t>
            </a:r>
          </a:p>
        </p:txBody>
      </p:sp>
      <p:sp>
        <p:nvSpPr>
          <p:cNvPr id="14" name="Bent-Up Arrow 13"/>
          <p:cNvSpPr/>
          <p:nvPr/>
        </p:nvSpPr>
        <p:spPr>
          <a:xfrm>
            <a:off x="2772565" y="3283429"/>
            <a:ext cx="1037435" cy="1098448"/>
          </a:xfrm>
          <a:prstGeom prst="bentUpArrow">
            <a:avLst>
              <a:gd name="adj1" fmla="val 27738"/>
              <a:gd name="adj2" fmla="val 25000"/>
              <a:gd name="adj3" fmla="val 24009"/>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commit</a:t>
            </a:r>
          </a:p>
        </p:txBody>
      </p:sp>
      <p:sp>
        <p:nvSpPr>
          <p:cNvPr id="15" name="Right Arrow 14"/>
          <p:cNvSpPr/>
          <p:nvPr/>
        </p:nvSpPr>
        <p:spPr>
          <a:xfrm>
            <a:off x="3962400" y="2002828"/>
            <a:ext cx="1562100" cy="635480"/>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push</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237257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whole picture using GHFW</a:t>
            </a:r>
          </a:p>
        </p:txBody>
      </p:sp>
      <p:grpSp>
        <p:nvGrpSpPr>
          <p:cNvPr id="3" name="Group 2"/>
          <p:cNvGrpSpPr/>
          <p:nvPr/>
        </p:nvGrpSpPr>
        <p:grpSpPr>
          <a:xfrm>
            <a:off x="677065" y="2215551"/>
            <a:ext cx="2819400" cy="3200400"/>
            <a:chOff x="1371600" y="1143000"/>
            <a:chExt cx="3657600" cy="4038600"/>
          </a:xfrm>
        </p:grpSpPr>
        <p:graphicFrame>
          <p:nvGraphicFramePr>
            <p:cNvPr id="4" name="Diagram 3"/>
            <p:cNvGraphicFramePr/>
            <p:nvPr>
              <p:extLst>
                <p:ext uri="{D42A27DB-BD31-4B8C-83A1-F6EECF244321}">
                  <p14:modId xmlns:p14="http://schemas.microsoft.com/office/powerpoint/2010/main" val="3149387517"/>
                </p:ext>
              </p:extLst>
            </p:nvPr>
          </p:nvGraphicFramePr>
          <p:xfrm>
            <a:off x="1371600" y="1143000"/>
            <a:ext cx="22098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ounded Rectangle 4"/>
            <p:cNvSpPr/>
            <p:nvPr/>
          </p:nvSpPr>
          <p:spPr>
            <a:xfrm>
              <a:off x="2514600" y="1524000"/>
              <a:ext cx="1052373" cy="60238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t>.</a:t>
              </a:r>
              <a:r>
                <a:rPr lang="en-US" dirty="0" err="1"/>
                <a:t>git</a:t>
              </a:r>
              <a:endParaRPr lang="en-US" dirty="0"/>
            </a:p>
          </p:txBody>
        </p:sp>
        <p:sp>
          <p:nvSpPr>
            <p:cNvPr id="6" name="Flowchart: Magnetic Disk 5"/>
            <p:cNvSpPr/>
            <p:nvPr/>
          </p:nvSpPr>
          <p:spPr>
            <a:xfrm>
              <a:off x="4114800" y="1250086"/>
              <a:ext cx="914400" cy="1150214"/>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stCxn id="5" idx="3"/>
              <a:endCxn id="6" idx="2"/>
            </p:cNvCxnSpPr>
            <p:nvPr/>
          </p:nvCxnSpPr>
          <p:spPr>
            <a:xfrm>
              <a:off x="3566973" y="1825193"/>
              <a:ext cx="54782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endCxn id="5" idx="1"/>
            </p:cNvCxnSpPr>
            <p:nvPr/>
          </p:nvCxnSpPr>
          <p:spPr>
            <a:xfrm flipV="1">
              <a:off x="1905000" y="1825193"/>
              <a:ext cx="609600" cy="689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9" name="Flowchart: Magnetic Disk 8"/>
          <p:cNvSpPr/>
          <p:nvPr/>
        </p:nvSpPr>
        <p:spPr>
          <a:xfrm>
            <a:off x="5867400" y="2300412"/>
            <a:ext cx="704850" cy="911490"/>
          </a:xfrm>
          <a:prstGeom prst="flowChartMagneticDisk">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558128" y="1600200"/>
            <a:ext cx="1954574" cy="369332"/>
          </a:xfrm>
          <a:prstGeom prst="rect">
            <a:avLst/>
          </a:prstGeom>
          <a:noFill/>
          <a:ln>
            <a:solidFill>
              <a:schemeClr val="tx1"/>
            </a:solidFill>
          </a:ln>
        </p:spPr>
        <p:txBody>
          <a:bodyPr wrap="none" rtlCol="0">
            <a:spAutoFit/>
          </a:bodyPr>
          <a:lstStyle/>
          <a:p>
            <a:r>
              <a:rPr lang="en-US" dirty="0"/>
              <a:t>your local machine</a:t>
            </a:r>
          </a:p>
        </p:txBody>
      </p:sp>
      <p:sp>
        <p:nvSpPr>
          <p:cNvPr id="12" name="TextBox 11"/>
          <p:cNvSpPr txBox="1"/>
          <p:nvPr/>
        </p:nvSpPr>
        <p:spPr>
          <a:xfrm>
            <a:off x="4914900" y="1466866"/>
            <a:ext cx="3276600" cy="646331"/>
          </a:xfrm>
          <a:prstGeom prst="rect">
            <a:avLst/>
          </a:prstGeom>
          <a:noFill/>
          <a:ln>
            <a:solidFill>
              <a:schemeClr val="tx1"/>
            </a:solidFill>
          </a:ln>
        </p:spPr>
        <p:txBody>
          <a:bodyPr wrap="square" rtlCol="0">
            <a:spAutoFit/>
          </a:bodyPr>
          <a:lstStyle/>
          <a:p>
            <a:r>
              <a:rPr lang="en-US" dirty="0"/>
              <a:t>a server, somewhere on the internet, </a:t>
            </a:r>
            <a:r>
              <a:rPr lang="en-US" dirty="0" err="1"/>
              <a:t>eg</a:t>
            </a:r>
            <a:r>
              <a:rPr lang="en-US" dirty="0"/>
              <a:t>. github.ccs.neu.edu</a:t>
            </a:r>
          </a:p>
        </p:txBody>
      </p:sp>
      <p:sp>
        <p:nvSpPr>
          <p:cNvPr id="13" name="Bent-Up Arrow 12"/>
          <p:cNvSpPr/>
          <p:nvPr/>
        </p:nvSpPr>
        <p:spPr>
          <a:xfrm rot="16200000" flipH="1">
            <a:off x="2514925" y="3303920"/>
            <a:ext cx="755170" cy="714190"/>
          </a:xfrm>
          <a:prstGeom prst="bentUpArrow">
            <a:avLst>
              <a:gd name="adj1" fmla="val 36663"/>
              <a:gd name="adj2" fmla="val 33042"/>
              <a:gd name="adj3" fmla="val 3450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sync</a:t>
            </a:r>
          </a:p>
        </p:txBody>
      </p:sp>
      <p:sp>
        <p:nvSpPr>
          <p:cNvPr id="14" name="Bent-Up Arrow 13"/>
          <p:cNvSpPr/>
          <p:nvPr/>
        </p:nvSpPr>
        <p:spPr>
          <a:xfrm>
            <a:off x="2772565" y="3283429"/>
            <a:ext cx="1037435" cy="1295400"/>
          </a:xfrm>
          <a:prstGeom prst="bentUpArrow">
            <a:avLst>
              <a:gd name="adj1" fmla="val 27738"/>
              <a:gd name="adj2" fmla="val 25000"/>
              <a:gd name="adj3" fmla="val 24009"/>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commit</a:t>
            </a:r>
          </a:p>
        </p:txBody>
      </p:sp>
      <p:sp>
        <p:nvSpPr>
          <p:cNvPr id="16" name="TextBox 15"/>
          <p:cNvSpPr txBox="1"/>
          <p:nvPr/>
        </p:nvSpPr>
        <p:spPr>
          <a:xfrm>
            <a:off x="4953001" y="3733800"/>
            <a:ext cx="4191000" cy="1477328"/>
          </a:xfrm>
          <a:prstGeom prst="rect">
            <a:avLst/>
          </a:prstGeom>
          <a:noFill/>
        </p:spPr>
        <p:txBody>
          <a:bodyPr wrap="square" rtlCol="0">
            <a:spAutoFit/>
          </a:bodyPr>
          <a:lstStyle/>
          <a:p>
            <a:r>
              <a:rPr lang="en-US" dirty="0"/>
              <a:t>In </a:t>
            </a:r>
            <a:r>
              <a:rPr lang="en-US" dirty="0" err="1"/>
              <a:t>Gihub</a:t>
            </a:r>
            <a:r>
              <a:rPr lang="en-US" dirty="0"/>
              <a:t> For Windows or </a:t>
            </a:r>
            <a:r>
              <a:rPr lang="en-US" dirty="0" err="1"/>
              <a:t>Github</a:t>
            </a:r>
            <a:r>
              <a:rPr lang="en-US" dirty="0"/>
              <a:t> For Mac, “push” and “pull” are combined into a single operation called “sync”.  So in these clients, there are only two steps (“commit” and “sync”) to worry about, not three.</a:t>
            </a:r>
          </a:p>
        </p:txBody>
      </p:sp>
      <p:sp>
        <p:nvSpPr>
          <p:cNvPr id="17" name="Left-Right Arrow 16"/>
          <p:cNvSpPr/>
          <p:nvPr/>
        </p:nvSpPr>
        <p:spPr>
          <a:xfrm>
            <a:off x="3810000" y="2438400"/>
            <a:ext cx="1828800" cy="484632"/>
          </a:xfrm>
          <a:prstGeom prst="lef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sync</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743314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In this lesson you have learned</a:t>
            </a:r>
          </a:p>
          <a:p>
            <a:pPr lvl="1"/>
            <a:r>
              <a:rPr lang="en-US" dirty="0"/>
              <a:t>that </a:t>
            </a:r>
            <a:r>
              <a:rPr lang="en-US" dirty="0" err="1"/>
              <a:t>git</a:t>
            </a:r>
            <a:r>
              <a:rPr lang="en-US" dirty="0"/>
              <a:t> creates a mini-</a:t>
            </a:r>
            <a:r>
              <a:rPr lang="en-US" dirty="0" err="1"/>
              <a:t>filesystem</a:t>
            </a:r>
            <a:r>
              <a:rPr lang="en-US" dirty="0"/>
              <a:t> in your directory</a:t>
            </a:r>
          </a:p>
          <a:p>
            <a:pPr lvl="1"/>
            <a:r>
              <a:rPr lang="en-US" dirty="0"/>
              <a:t>what commit, push, pull, and sync do</a:t>
            </a:r>
          </a:p>
          <a:p>
            <a:pPr lvl="1"/>
            <a:r>
              <a:rPr lang="en-US" dirty="0"/>
              <a:t>the elements of the basic </a:t>
            </a:r>
            <a:r>
              <a:rPr lang="en-US" dirty="0" err="1"/>
              <a:t>git</a:t>
            </a:r>
            <a:r>
              <a:rPr lang="en-US" dirty="0"/>
              <a:t> workflow</a:t>
            </a:r>
          </a:p>
          <a:p>
            <a:pPr lvl="1"/>
            <a:r>
              <a:rPr lang="en-US" dirty="0"/>
              <a:t>how </a:t>
            </a:r>
            <a:r>
              <a:rPr lang="en-US" dirty="0" err="1"/>
              <a:t>git</a:t>
            </a:r>
            <a:r>
              <a:rPr lang="en-US" dirty="0"/>
              <a:t> allows you to work across multiple computers</a:t>
            </a:r>
          </a:p>
          <a:p>
            <a:pPr lvl="1"/>
            <a:r>
              <a:rPr lang="en-US" dirty="0"/>
              <a:t>how </a:t>
            </a:r>
            <a:r>
              <a:rPr lang="en-US" dirty="0" err="1"/>
              <a:t>git</a:t>
            </a:r>
            <a:r>
              <a:rPr lang="en-US" dirty="0"/>
              <a:t> allows you and a partner to work together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9760303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2a2f7412c336d07bd78ef897549e353051df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1580</TotalTime>
  <Words>794</Words>
  <Application>Microsoft Office PowerPoint</Application>
  <PresentationFormat>On-screen Show (4:3)</PresentationFormat>
  <Paragraphs>156</Paragraphs>
  <Slides>12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Git Introduction</vt:lpstr>
      <vt:lpstr>Learning Objectives</vt:lpstr>
      <vt:lpstr>PowerPoint Presentation</vt:lpstr>
      <vt:lpstr>Your files</vt:lpstr>
      <vt:lpstr>Your files in your git repository</vt:lpstr>
      <vt:lpstr>The git client</vt:lpstr>
      <vt:lpstr>A Commit</vt:lpstr>
      <vt:lpstr>Synchronizing with the server (1)</vt:lpstr>
      <vt:lpstr>Synchronizing with the server (2)</vt:lpstr>
      <vt:lpstr>The whole picture</vt:lpstr>
      <vt:lpstr>The whole picture using GHFW</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Simple Introduction to Git</dc:title>
  <dc:creator>wand</dc:creator>
  <cp:lastModifiedBy>Nagi Reddy Gari Mukesh Reddy</cp:lastModifiedBy>
  <cp:revision>42</cp:revision>
  <dcterms:created xsi:type="dcterms:W3CDTF">2006-08-16T00:00:00Z</dcterms:created>
  <dcterms:modified xsi:type="dcterms:W3CDTF">2025-12-14T08:19:39Z</dcterms:modified>
</cp:coreProperties>
</file>